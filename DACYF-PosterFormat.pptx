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theme/theme3.xml" ContentType="application/vnd.openxmlformats-officedocument.theme+xml"/>
  <Override PartName="/ppt/theme/theme4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50" r:id="rId1"/>
    <p:sldMasterId id="2147483651" r:id="rId2"/>
    <p:sldMasterId id="2147483685" r:id="rId3"/>
  </p:sldMasterIdLst>
  <p:notesMasterIdLst>
    <p:notesMasterId r:id="rId5"/>
  </p:notesMasterIdLst>
  <p:sldIdLst>
    <p:sldId id="256" r:id="rId4"/>
  </p:sldIdLst>
  <p:sldSz cx="32918400" cy="43891200"/>
  <p:notesSz cx="6858000" cy="91440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sz="2487" kern="1200">
        <a:solidFill>
          <a:schemeClr val="tx1"/>
        </a:solidFill>
        <a:latin typeface="Arial Narrow" charset="0"/>
        <a:ea typeface="ＭＳ Ｐゴシック" charset="0"/>
        <a:cs typeface="ＭＳ Ｐゴシック" charset="0"/>
      </a:defRPr>
    </a:lvl1pPr>
    <a:lvl2pPr marL="473751" algn="l" rtl="0" fontAlgn="base">
      <a:spcBef>
        <a:spcPct val="0"/>
      </a:spcBef>
      <a:spcAft>
        <a:spcPct val="0"/>
      </a:spcAft>
      <a:defRPr sz="2487" kern="1200">
        <a:solidFill>
          <a:schemeClr val="tx1"/>
        </a:solidFill>
        <a:latin typeface="Arial Narrow" charset="0"/>
        <a:ea typeface="ＭＳ Ｐゴシック" charset="0"/>
        <a:cs typeface="ＭＳ Ｐゴシック" charset="0"/>
      </a:defRPr>
    </a:lvl2pPr>
    <a:lvl3pPr marL="947501" algn="l" rtl="0" fontAlgn="base">
      <a:spcBef>
        <a:spcPct val="0"/>
      </a:spcBef>
      <a:spcAft>
        <a:spcPct val="0"/>
      </a:spcAft>
      <a:defRPr sz="2487" kern="1200">
        <a:solidFill>
          <a:schemeClr val="tx1"/>
        </a:solidFill>
        <a:latin typeface="Arial Narrow" charset="0"/>
        <a:ea typeface="ＭＳ Ｐゴシック" charset="0"/>
        <a:cs typeface="ＭＳ Ｐゴシック" charset="0"/>
      </a:defRPr>
    </a:lvl3pPr>
    <a:lvl4pPr marL="1421252" algn="l" rtl="0" fontAlgn="base">
      <a:spcBef>
        <a:spcPct val="0"/>
      </a:spcBef>
      <a:spcAft>
        <a:spcPct val="0"/>
      </a:spcAft>
      <a:defRPr sz="2487" kern="1200">
        <a:solidFill>
          <a:schemeClr val="tx1"/>
        </a:solidFill>
        <a:latin typeface="Arial Narrow" charset="0"/>
        <a:ea typeface="ＭＳ Ｐゴシック" charset="0"/>
        <a:cs typeface="ＭＳ Ｐゴシック" charset="0"/>
      </a:defRPr>
    </a:lvl4pPr>
    <a:lvl5pPr marL="1895003" algn="l" rtl="0" fontAlgn="base">
      <a:spcBef>
        <a:spcPct val="0"/>
      </a:spcBef>
      <a:spcAft>
        <a:spcPct val="0"/>
      </a:spcAft>
      <a:defRPr sz="2487" kern="1200">
        <a:solidFill>
          <a:schemeClr val="tx1"/>
        </a:solidFill>
        <a:latin typeface="Arial Narrow" charset="0"/>
        <a:ea typeface="ＭＳ Ｐゴシック" charset="0"/>
        <a:cs typeface="ＭＳ Ｐゴシック" charset="0"/>
      </a:defRPr>
    </a:lvl5pPr>
    <a:lvl6pPr marL="2368753" algn="l" defTabSz="473751" rtl="0" eaLnBrk="1" latinLnBrk="0" hangingPunct="1">
      <a:defRPr sz="2487" kern="1200">
        <a:solidFill>
          <a:schemeClr val="tx1"/>
        </a:solidFill>
        <a:latin typeface="Arial Narrow" charset="0"/>
        <a:ea typeface="ＭＳ Ｐゴシック" charset="0"/>
        <a:cs typeface="ＭＳ Ｐゴシック" charset="0"/>
      </a:defRPr>
    </a:lvl6pPr>
    <a:lvl7pPr marL="2842504" algn="l" defTabSz="473751" rtl="0" eaLnBrk="1" latinLnBrk="0" hangingPunct="1">
      <a:defRPr sz="2487" kern="1200">
        <a:solidFill>
          <a:schemeClr val="tx1"/>
        </a:solidFill>
        <a:latin typeface="Arial Narrow" charset="0"/>
        <a:ea typeface="ＭＳ Ｐゴシック" charset="0"/>
        <a:cs typeface="ＭＳ Ｐゴシック" charset="0"/>
      </a:defRPr>
    </a:lvl7pPr>
    <a:lvl8pPr marL="3316254" algn="l" defTabSz="473751" rtl="0" eaLnBrk="1" latinLnBrk="0" hangingPunct="1">
      <a:defRPr sz="2487" kern="1200">
        <a:solidFill>
          <a:schemeClr val="tx1"/>
        </a:solidFill>
        <a:latin typeface="Arial Narrow" charset="0"/>
        <a:ea typeface="ＭＳ Ｐゴシック" charset="0"/>
        <a:cs typeface="ＭＳ Ｐゴシック" charset="0"/>
      </a:defRPr>
    </a:lvl8pPr>
    <a:lvl9pPr marL="3790005" algn="l" defTabSz="473751" rtl="0" eaLnBrk="1" latinLnBrk="0" hangingPunct="1">
      <a:defRPr sz="2487" kern="1200">
        <a:solidFill>
          <a:schemeClr val="tx1"/>
        </a:solidFill>
        <a:latin typeface="Arial Narrow" charset="0"/>
        <a:ea typeface="ＭＳ Ｐゴシック" charset="0"/>
        <a:cs typeface="ＭＳ Ｐゴシック" charset="0"/>
      </a:defRPr>
    </a:lvl9pPr>
  </p:defaultTextStyle>
  <p:extLst>
    <p:ext uri="{EFAFB233-063F-42B5-8137-9DF3F51BA10A}">
      <p15:sldGuideLst xmlns:p15="http://schemas.microsoft.com/office/powerpoint/2012/main">
        <p15:guide id="1" orient="horz" pos="5592" userDrawn="1">
          <p15:clr>
            <a:srgbClr val="A4A3A4"/>
          </p15:clr>
        </p15:guide>
        <p15:guide id="2" orient="horz" pos="24946" userDrawn="1">
          <p15:clr>
            <a:srgbClr val="A4A3A4"/>
          </p15:clr>
        </p15:guide>
        <p15:guide id="3" pos="-1042" userDrawn="1">
          <p15:clr>
            <a:srgbClr val="A4A3A4"/>
          </p15:clr>
        </p15:guide>
        <p15:guide id="4" pos="6297" userDrawn="1">
          <p15:clr>
            <a:srgbClr val="A4A3A4"/>
          </p15:clr>
        </p15:guide>
        <p15:guide id="5" pos="6680" userDrawn="1">
          <p15:clr>
            <a:srgbClr val="A4A3A4"/>
          </p15:clr>
        </p15:guide>
        <p15:guide id="6" pos="21739" userDrawn="1">
          <p15:clr>
            <a:srgbClr val="A4A3A4"/>
          </p15:clr>
        </p15:guide>
        <p15:guide id="7" pos="14017" userDrawn="1">
          <p15:clr>
            <a:srgbClr val="A4A3A4"/>
          </p15:clr>
        </p15:guide>
        <p15:guide id="8" pos="14401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prnPr scaleToFitPaper="1"/>
  <p:clrMru>
    <a:srgbClr val="949BA1"/>
    <a:srgbClr val="D0D0D0"/>
    <a:srgbClr val="00C200"/>
    <a:srgbClr val="84CCE4"/>
    <a:srgbClr val="E47F9D"/>
    <a:srgbClr val="FF758E"/>
    <a:srgbClr val="2F2F00"/>
    <a:srgbClr val="FFFF34"/>
    <a:srgbClr val="E0DC37"/>
    <a:srgbClr val="C3BF3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vertBarState="minimized">
    <p:restoredLeft sz="15620"/>
    <p:restoredTop sz="94792"/>
  </p:normalViewPr>
  <p:slideViewPr>
    <p:cSldViewPr snapToGrid="0" snapToObjects="1">
      <p:cViewPr varScale="1">
        <p:scale>
          <a:sx n="18" d="100"/>
          <a:sy n="18" d="100"/>
        </p:scale>
        <p:origin x="4296" y="424"/>
      </p:cViewPr>
      <p:guideLst>
        <p:guide orient="horz" pos="5592"/>
        <p:guide orient="horz" pos="24946"/>
        <p:guide pos="-1042"/>
        <p:guide pos="6297"/>
        <p:guide pos="6680"/>
        <p:guide pos="21739"/>
        <p:guide pos="14017"/>
        <p:guide pos="14401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Master" Target="slideMasters/slideMaster3.xml"/><Relationship Id="rId7" Type="http://schemas.openxmlformats.org/officeDocument/2006/relationships/viewProps" Target="viewProps.xml"/><Relationship Id="rId2" Type="http://schemas.openxmlformats.org/officeDocument/2006/relationships/slideMaster" Target="slideMasters/slideMaster2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notesMaster" Target="notesMasters/notesMaster1.xml"/><Relationship Id="rId4" Type="http://schemas.openxmlformats.org/officeDocument/2006/relationships/slide" Target="slides/slide1.xml"/><Relationship Id="rId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530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200">
                <a:latin typeface="Arial" charset="0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50531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884613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>
                <a:latin typeface="Arial" charset="0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7892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2143125" y="685800"/>
            <a:ext cx="2571750" cy="34290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FAA26D3D-D897-4be2-8F04-BA451C77F1D7}">
              <ma14:placeholderFlag xmlns="" xmlns:ma14="http://schemas.microsoft.com/office/mac/drawingml/2011/main" val="1"/>
            </a:ext>
          </a:extLst>
        </p:spPr>
      </p:sp>
      <p:sp>
        <p:nvSpPr>
          <p:cNvPr id="150533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150534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defRPr sz="1200">
                <a:latin typeface="Arial" charset="0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50535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>
                <a:latin typeface="Arial" charset="0"/>
              </a:defRPr>
            </a:lvl1pPr>
          </a:lstStyle>
          <a:p>
            <a:fld id="{65DE89DF-C3F1-4E4B-8530-04051383B6AF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17342774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43" kern="1200">
        <a:solidFill>
          <a:schemeClr val="tx1"/>
        </a:solidFill>
        <a:latin typeface="Arial" charset="0"/>
        <a:ea typeface="ＭＳ Ｐゴシック" charset="-128"/>
        <a:cs typeface="ＭＳ Ｐゴシック" charset="-128"/>
      </a:defRPr>
    </a:lvl1pPr>
    <a:lvl2pPr marL="473751" algn="l" rtl="0" eaLnBrk="0" fontAlgn="base" hangingPunct="0">
      <a:spcBef>
        <a:spcPct val="30000"/>
      </a:spcBef>
      <a:spcAft>
        <a:spcPct val="0"/>
      </a:spcAft>
      <a:defRPr sz="1243" kern="1200">
        <a:solidFill>
          <a:schemeClr val="tx1"/>
        </a:solidFill>
        <a:latin typeface="Arial" charset="0"/>
        <a:ea typeface="ＭＳ Ｐゴシック" charset="-128"/>
        <a:cs typeface="ＭＳ Ｐゴシック"/>
      </a:defRPr>
    </a:lvl2pPr>
    <a:lvl3pPr marL="947501" algn="l" rtl="0" eaLnBrk="0" fontAlgn="base" hangingPunct="0">
      <a:spcBef>
        <a:spcPct val="30000"/>
      </a:spcBef>
      <a:spcAft>
        <a:spcPct val="0"/>
      </a:spcAft>
      <a:defRPr sz="1243" kern="1200">
        <a:solidFill>
          <a:schemeClr val="tx1"/>
        </a:solidFill>
        <a:latin typeface="Arial" charset="0"/>
        <a:ea typeface="ＭＳ Ｐゴシック" charset="-128"/>
        <a:cs typeface="ＭＳ Ｐゴシック"/>
      </a:defRPr>
    </a:lvl3pPr>
    <a:lvl4pPr marL="1421252" algn="l" rtl="0" eaLnBrk="0" fontAlgn="base" hangingPunct="0">
      <a:spcBef>
        <a:spcPct val="30000"/>
      </a:spcBef>
      <a:spcAft>
        <a:spcPct val="0"/>
      </a:spcAft>
      <a:defRPr sz="1243" kern="1200">
        <a:solidFill>
          <a:schemeClr val="tx1"/>
        </a:solidFill>
        <a:latin typeface="Arial" charset="0"/>
        <a:ea typeface="ＭＳ Ｐゴシック" charset="-128"/>
        <a:cs typeface="ＭＳ Ｐゴシック"/>
      </a:defRPr>
    </a:lvl4pPr>
    <a:lvl5pPr marL="1895003" algn="l" rtl="0" eaLnBrk="0" fontAlgn="base" hangingPunct="0">
      <a:spcBef>
        <a:spcPct val="30000"/>
      </a:spcBef>
      <a:spcAft>
        <a:spcPct val="0"/>
      </a:spcAft>
      <a:defRPr sz="1243" kern="1200">
        <a:solidFill>
          <a:schemeClr val="tx1"/>
        </a:solidFill>
        <a:latin typeface="Arial" charset="0"/>
        <a:ea typeface="ＭＳ Ｐゴシック" charset="-128"/>
        <a:cs typeface="ＭＳ Ｐゴシック"/>
      </a:defRPr>
    </a:lvl5pPr>
    <a:lvl6pPr marL="2368753" algn="l" defTabSz="473751" rtl="0" eaLnBrk="1" latinLnBrk="0" hangingPunct="1">
      <a:defRPr sz="1243" kern="1200">
        <a:solidFill>
          <a:schemeClr val="tx1"/>
        </a:solidFill>
        <a:latin typeface="+mn-lt"/>
        <a:ea typeface="+mn-ea"/>
        <a:cs typeface="+mn-cs"/>
      </a:defRPr>
    </a:lvl6pPr>
    <a:lvl7pPr marL="2842504" algn="l" defTabSz="473751" rtl="0" eaLnBrk="1" latinLnBrk="0" hangingPunct="1">
      <a:defRPr sz="1243" kern="1200">
        <a:solidFill>
          <a:schemeClr val="tx1"/>
        </a:solidFill>
        <a:latin typeface="+mn-lt"/>
        <a:ea typeface="+mn-ea"/>
        <a:cs typeface="+mn-cs"/>
      </a:defRPr>
    </a:lvl7pPr>
    <a:lvl8pPr marL="3316254" algn="l" defTabSz="473751" rtl="0" eaLnBrk="1" latinLnBrk="0" hangingPunct="1">
      <a:defRPr sz="1243" kern="1200">
        <a:solidFill>
          <a:schemeClr val="tx1"/>
        </a:solidFill>
        <a:latin typeface="+mn-lt"/>
        <a:ea typeface="+mn-ea"/>
        <a:cs typeface="+mn-cs"/>
      </a:defRPr>
    </a:lvl8pPr>
    <a:lvl9pPr marL="3790005" algn="l" defTabSz="473751" rtl="0" eaLnBrk="1" latinLnBrk="0" hangingPunct="1">
      <a:defRPr sz="1243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3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Arial Narrow" charset="0"/>
                <a:ea typeface="ＭＳ Ｐゴシック" charset="0"/>
                <a:cs typeface="ＭＳ Ｐゴシック" charset="0"/>
              </a:defRPr>
            </a:lvl1pPr>
            <a:lvl2pPr marL="37931725" indent="-37474525" eaLnBrk="0" hangingPunct="0">
              <a:defRPr sz="2400">
                <a:solidFill>
                  <a:schemeClr val="tx1"/>
                </a:solidFill>
                <a:latin typeface="Arial Narrow" charset="0"/>
                <a:ea typeface="ＭＳ Ｐゴシック" charset="0"/>
              </a:defRPr>
            </a:lvl2pPr>
            <a:lvl3pPr eaLnBrk="0" hangingPunct="0">
              <a:defRPr sz="2400">
                <a:solidFill>
                  <a:schemeClr val="tx1"/>
                </a:solidFill>
                <a:latin typeface="Arial Narrow" charset="0"/>
                <a:ea typeface="ＭＳ Ｐゴシック" charset="0"/>
              </a:defRPr>
            </a:lvl3pPr>
            <a:lvl4pPr eaLnBrk="0" hangingPunct="0">
              <a:defRPr sz="2400">
                <a:solidFill>
                  <a:schemeClr val="tx1"/>
                </a:solidFill>
                <a:latin typeface="Arial Narrow" charset="0"/>
                <a:ea typeface="ＭＳ Ｐゴシック" charset="0"/>
              </a:defRPr>
            </a:lvl4pPr>
            <a:lvl5pPr eaLnBrk="0" hangingPunct="0">
              <a:defRPr sz="2400">
                <a:solidFill>
                  <a:schemeClr val="tx1"/>
                </a:solidFill>
                <a:latin typeface="Arial Narrow" charset="0"/>
                <a:ea typeface="ＭＳ Ｐゴシック" charset="0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 Narrow" charset="0"/>
                <a:ea typeface="ＭＳ Ｐゴシック" charset="0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 Narrow" charset="0"/>
                <a:ea typeface="ＭＳ Ｐゴシック" charset="0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 Narrow" charset="0"/>
                <a:ea typeface="ＭＳ Ｐゴシック" charset="0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 Narrow" charset="0"/>
                <a:ea typeface="ＭＳ Ｐゴシック" charset="0"/>
              </a:defRPr>
            </a:lvl9pPr>
          </a:lstStyle>
          <a:p>
            <a:pPr eaLnBrk="1" hangingPunct="1"/>
            <a:fld id="{631708C0-155B-8E4C-A5E2-7C72EC18D446}" type="slidenum">
              <a:rPr lang="en-US" sz="1200">
                <a:latin typeface="Arial" charset="0"/>
              </a:rPr>
              <a:pPr eaLnBrk="1" hangingPunct="1"/>
              <a:t>1</a:t>
            </a:fld>
            <a:endParaRPr lang="en-US" sz="1200">
              <a:latin typeface="Arial" charset="0"/>
            </a:endParaRPr>
          </a:p>
        </p:txBody>
      </p:sp>
      <p:sp>
        <p:nvSpPr>
          <p:cNvPr id="3993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2143125" y="685800"/>
            <a:ext cx="2571750" cy="3429000"/>
          </a:xfrm>
          <a:ln/>
        </p:spPr>
      </p:sp>
      <p:sp>
        <p:nvSpPr>
          <p:cNvPr id="39940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="" xmlns:ma14="http://schemas.microsoft.com/office/mac/drawingml/2011/main" val="1"/>
            </a:ext>
          </a:extLst>
        </p:spPr>
        <p:txBody>
          <a:bodyPr/>
          <a:lstStyle/>
          <a:p>
            <a:pPr eaLnBrk="1" hangingPunct="1"/>
            <a:endParaRPr lang="en-GB" dirty="0">
              <a:ea typeface="ＭＳ Ｐゴシック" charset="0"/>
              <a:cs typeface="ＭＳ Ｐゴシック" charset="0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469213" y="13635557"/>
            <a:ext cx="27979985" cy="9406501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938414" y="24871099"/>
            <a:ext cx="23041575" cy="11218123"/>
          </a:xfrm>
        </p:spPr>
        <p:txBody>
          <a:bodyPr/>
          <a:lstStyle>
            <a:lvl1pPr marL="0" indent="0" algn="ctr">
              <a:buNone/>
              <a:defRPr/>
            </a:lvl1pPr>
            <a:lvl2pPr marL="468813" indent="0" algn="ctr">
              <a:buNone/>
              <a:defRPr/>
            </a:lvl2pPr>
            <a:lvl3pPr marL="937626" indent="0" algn="ctr">
              <a:buNone/>
              <a:defRPr/>
            </a:lvl3pPr>
            <a:lvl4pPr marL="1406439" indent="0" algn="ctr">
              <a:buNone/>
              <a:defRPr/>
            </a:lvl4pPr>
            <a:lvl5pPr marL="1875252" indent="0" algn="ctr">
              <a:buNone/>
              <a:defRPr/>
            </a:lvl5pPr>
            <a:lvl6pPr marL="2344064" indent="0" algn="ctr">
              <a:buNone/>
              <a:defRPr/>
            </a:lvl6pPr>
            <a:lvl7pPr marL="2812877" indent="0" algn="ctr">
              <a:buNone/>
              <a:defRPr/>
            </a:lvl7pPr>
            <a:lvl8pPr marL="3281690" indent="0" algn="ctr">
              <a:buNone/>
              <a:defRPr/>
            </a:lvl8pPr>
            <a:lvl9pPr marL="3750503" indent="0" algn="ctr">
              <a:buNone/>
              <a:defRPr/>
            </a:lvl9pPr>
          </a:lstStyle>
          <a:p>
            <a:r>
              <a:rPr lang="en-US"/>
              <a:t>Click to edit Master subtitle style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4167613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39270791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99853" y="28204020"/>
            <a:ext cx="27981438" cy="8717466"/>
          </a:xfrm>
        </p:spPr>
        <p:txBody>
          <a:bodyPr anchor="t"/>
          <a:lstStyle>
            <a:lvl1pPr algn="l">
              <a:defRPr sz="4102" b="1" cap="all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99853" y="18602037"/>
            <a:ext cx="27981438" cy="9601986"/>
          </a:xfrm>
        </p:spPr>
        <p:txBody>
          <a:bodyPr anchor="b"/>
          <a:lstStyle>
            <a:lvl1pPr marL="0" indent="0">
              <a:buNone/>
              <a:defRPr sz="2051"/>
            </a:lvl1pPr>
            <a:lvl2pPr marL="468813" indent="0">
              <a:buNone/>
              <a:defRPr sz="1846"/>
            </a:lvl2pPr>
            <a:lvl3pPr marL="937626" indent="0">
              <a:buNone/>
              <a:defRPr sz="1641"/>
            </a:lvl3pPr>
            <a:lvl4pPr marL="1406439" indent="0">
              <a:buNone/>
              <a:defRPr sz="1436"/>
            </a:lvl4pPr>
            <a:lvl5pPr marL="1875252" indent="0">
              <a:buNone/>
              <a:defRPr sz="1436"/>
            </a:lvl5pPr>
            <a:lvl6pPr marL="2344064" indent="0">
              <a:buNone/>
              <a:defRPr sz="1436"/>
            </a:lvl6pPr>
            <a:lvl7pPr marL="2812877" indent="0">
              <a:buNone/>
              <a:defRPr sz="1436"/>
            </a:lvl7pPr>
            <a:lvl8pPr marL="3281690" indent="0">
              <a:buNone/>
              <a:defRPr sz="1436"/>
            </a:lvl8pPr>
            <a:lvl9pPr marL="3750503" indent="0">
              <a:buNone/>
              <a:defRPr sz="1436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65674081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702585" y="6406491"/>
            <a:ext cx="3669697" cy="36530516"/>
          </a:xfrm>
        </p:spPr>
        <p:txBody>
          <a:bodyPr/>
          <a:lstStyle>
            <a:lvl1pPr>
              <a:defRPr sz="2871"/>
            </a:lvl1pPr>
            <a:lvl2pPr>
              <a:defRPr sz="2461"/>
            </a:lvl2pPr>
            <a:lvl3pPr>
              <a:defRPr sz="2051"/>
            </a:lvl3pPr>
            <a:lvl4pPr>
              <a:defRPr sz="1846"/>
            </a:lvl4pPr>
            <a:lvl5pPr>
              <a:defRPr sz="1846"/>
            </a:lvl5pPr>
            <a:lvl6pPr>
              <a:defRPr sz="1846"/>
            </a:lvl6pPr>
            <a:lvl7pPr>
              <a:defRPr sz="1846"/>
            </a:lvl7pPr>
            <a:lvl8pPr>
              <a:defRPr sz="1846"/>
            </a:lvl8pPr>
            <a:lvl9pPr>
              <a:defRPr sz="1846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11637" y="6406491"/>
            <a:ext cx="3671150" cy="36530516"/>
          </a:xfrm>
        </p:spPr>
        <p:txBody>
          <a:bodyPr/>
          <a:lstStyle>
            <a:lvl1pPr>
              <a:defRPr sz="2871"/>
            </a:lvl1pPr>
            <a:lvl2pPr>
              <a:defRPr sz="2461"/>
            </a:lvl2pPr>
            <a:lvl3pPr>
              <a:defRPr sz="2051"/>
            </a:lvl3pPr>
            <a:lvl4pPr>
              <a:defRPr sz="1846"/>
            </a:lvl4pPr>
            <a:lvl5pPr>
              <a:defRPr sz="1846"/>
            </a:lvl5pPr>
            <a:lvl6pPr>
              <a:defRPr sz="1846"/>
            </a:lvl6pPr>
            <a:lvl7pPr>
              <a:defRPr sz="1846"/>
            </a:lvl7pPr>
            <a:lvl8pPr>
              <a:defRPr sz="1846"/>
            </a:lvl8pPr>
            <a:lvl9pPr>
              <a:defRPr sz="1846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79241674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646141" y="1757429"/>
            <a:ext cx="29626124" cy="7316167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646137" y="9824568"/>
            <a:ext cx="14543788" cy="4095505"/>
          </a:xfrm>
        </p:spPr>
        <p:txBody>
          <a:bodyPr anchor="b"/>
          <a:lstStyle>
            <a:lvl1pPr marL="0" indent="0">
              <a:buNone/>
              <a:defRPr sz="2461" b="1"/>
            </a:lvl1pPr>
            <a:lvl2pPr marL="468813" indent="0">
              <a:buNone/>
              <a:defRPr sz="2051" b="1"/>
            </a:lvl2pPr>
            <a:lvl3pPr marL="937626" indent="0">
              <a:buNone/>
              <a:defRPr sz="1846" b="1"/>
            </a:lvl3pPr>
            <a:lvl4pPr marL="1406439" indent="0">
              <a:buNone/>
              <a:defRPr sz="1641" b="1"/>
            </a:lvl4pPr>
            <a:lvl5pPr marL="1875252" indent="0">
              <a:buNone/>
              <a:defRPr sz="1641" b="1"/>
            </a:lvl5pPr>
            <a:lvl6pPr marL="2344064" indent="0">
              <a:buNone/>
              <a:defRPr sz="1641" b="1"/>
            </a:lvl6pPr>
            <a:lvl7pPr marL="2812877" indent="0">
              <a:buNone/>
              <a:defRPr sz="1641" b="1"/>
            </a:lvl7pPr>
            <a:lvl8pPr marL="3281690" indent="0">
              <a:buNone/>
              <a:defRPr sz="1641" b="1"/>
            </a:lvl8pPr>
            <a:lvl9pPr marL="3750503" indent="0">
              <a:buNone/>
              <a:defRPr sz="1641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646137" y="13920077"/>
            <a:ext cx="14543788" cy="25287231"/>
          </a:xfrm>
        </p:spPr>
        <p:txBody>
          <a:bodyPr/>
          <a:lstStyle>
            <a:lvl1pPr>
              <a:defRPr sz="2461"/>
            </a:lvl1pPr>
            <a:lvl2pPr>
              <a:defRPr sz="2051"/>
            </a:lvl2pPr>
            <a:lvl3pPr>
              <a:defRPr sz="1846"/>
            </a:lvl3pPr>
            <a:lvl4pPr>
              <a:defRPr sz="1641"/>
            </a:lvl4pPr>
            <a:lvl5pPr>
              <a:defRPr sz="1641"/>
            </a:lvl5pPr>
            <a:lvl6pPr>
              <a:defRPr sz="1641"/>
            </a:lvl6pPr>
            <a:lvl7pPr>
              <a:defRPr sz="1641"/>
            </a:lvl7pPr>
            <a:lvl8pPr>
              <a:defRPr sz="1641"/>
            </a:lvl8pPr>
            <a:lvl9pPr>
              <a:defRPr sz="1641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16722671" y="9824568"/>
            <a:ext cx="14549593" cy="4095505"/>
          </a:xfrm>
        </p:spPr>
        <p:txBody>
          <a:bodyPr anchor="b"/>
          <a:lstStyle>
            <a:lvl1pPr marL="0" indent="0">
              <a:buNone/>
              <a:defRPr sz="2461" b="1"/>
            </a:lvl1pPr>
            <a:lvl2pPr marL="468813" indent="0">
              <a:buNone/>
              <a:defRPr sz="2051" b="1"/>
            </a:lvl2pPr>
            <a:lvl3pPr marL="937626" indent="0">
              <a:buNone/>
              <a:defRPr sz="1846" b="1"/>
            </a:lvl3pPr>
            <a:lvl4pPr marL="1406439" indent="0">
              <a:buNone/>
              <a:defRPr sz="1641" b="1"/>
            </a:lvl4pPr>
            <a:lvl5pPr marL="1875252" indent="0">
              <a:buNone/>
              <a:defRPr sz="1641" b="1"/>
            </a:lvl5pPr>
            <a:lvl6pPr marL="2344064" indent="0">
              <a:buNone/>
              <a:defRPr sz="1641" b="1"/>
            </a:lvl6pPr>
            <a:lvl7pPr marL="2812877" indent="0">
              <a:buNone/>
              <a:defRPr sz="1641" b="1"/>
            </a:lvl7pPr>
            <a:lvl8pPr marL="3281690" indent="0">
              <a:buNone/>
              <a:defRPr sz="1641" b="1"/>
            </a:lvl8pPr>
            <a:lvl9pPr marL="3750503" indent="0">
              <a:buNone/>
              <a:defRPr sz="1641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16722671" y="13920077"/>
            <a:ext cx="14549593" cy="25287231"/>
          </a:xfrm>
        </p:spPr>
        <p:txBody>
          <a:bodyPr/>
          <a:lstStyle>
            <a:lvl1pPr>
              <a:defRPr sz="2461"/>
            </a:lvl1pPr>
            <a:lvl2pPr>
              <a:defRPr sz="2051"/>
            </a:lvl2pPr>
            <a:lvl3pPr>
              <a:defRPr sz="1846"/>
            </a:lvl3pPr>
            <a:lvl4pPr>
              <a:defRPr sz="1641"/>
            </a:lvl4pPr>
            <a:lvl5pPr>
              <a:defRPr sz="1641"/>
            </a:lvl5pPr>
            <a:lvl6pPr>
              <a:defRPr sz="1641"/>
            </a:lvl6pPr>
            <a:lvl7pPr>
              <a:defRPr sz="1641"/>
            </a:lvl7pPr>
            <a:lvl8pPr>
              <a:defRPr sz="1641"/>
            </a:lvl8pPr>
            <a:lvl9pPr>
              <a:defRPr sz="1641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92158315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56647131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23897776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646138" y="1747754"/>
            <a:ext cx="10829089" cy="7436168"/>
          </a:xfrm>
        </p:spPr>
        <p:txBody>
          <a:bodyPr anchor="b"/>
          <a:lstStyle>
            <a:lvl1pPr algn="l">
              <a:defRPr sz="2051" b="1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2870068" y="1747756"/>
            <a:ext cx="18402194" cy="37459553"/>
          </a:xfrm>
        </p:spPr>
        <p:txBody>
          <a:bodyPr/>
          <a:lstStyle>
            <a:lvl1pPr>
              <a:defRPr sz="3281"/>
            </a:lvl1pPr>
            <a:lvl2pPr>
              <a:defRPr sz="2871"/>
            </a:lvl2pPr>
            <a:lvl3pPr>
              <a:defRPr sz="2461"/>
            </a:lvl3pPr>
            <a:lvl4pPr>
              <a:defRPr sz="2051"/>
            </a:lvl4pPr>
            <a:lvl5pPr>
              <a:defRPr sz="2051"/>
            </a:lvl5pPr>
            <a:lvl6pPr>
              <a:defRPr sz="2051"/>
            </a:lvl6pPr>
            <a:lvl7pPr>
              <a:defRPr sz="2051"/>
            </a:lvl7pPr>
            <a:lvl8pPr>
              <a:defRPr sz="2051"/>
            </a:lvl8pPr>
            <a:lvl9pPr>
              <a:defRPr sz="2051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646138" y="9183924"/>
            <a:ext cx="10829089" cy="30023385"/>
          </a:xfrm>
        </p:spPr>
        <p:txBody>
          <a:bodyPr/>
          <a:lstStyle>
            <a:lvl1pPr marL="0" indent="0">
              <a:buNone/>
              <a:defRPr sz="1436"/>
            </a:lvl1pPr>
            <a:lvl2pPr marL="468813" indent="0">
              <a:buNone/>
              <a:defRPr sz="1230"/>
            </a:lvl2pPr>
            <a:lvl3pPr marL="937626" indent="0">
              <a:buNone/>
              <a:defRPr sz="1025"/>
            </a:lvl3pPr>
            <a:lvl4pPr marL="1406439" indent="0">
              <a:buNone/>
              <a:defRPr sz="923"/>
            </a:lvl4pPr>
            <a:lvl5pPr marL="1875252" indent="0">
              <a:buNone/>
              <a:defRPr sz="923"/>
            </a:lvl5pPr>
            <a:lvl6pPr marL="2344064" indent="0">
              <a:buNone/>
              <a:defRPr sz="923"/>
            </a:lvl6pPr>
            <a:lvl7pPr marL="2812877" indent="0">
              <a:buNone/>
              <a:defRPr sz="923"/>
            </a:lvl7pPr>
            <a:lvl8pPr marL="3281690" indent="0">
              <a:buNone/>
              <a:defRPr sz="923"/>
            </a:lvl8pPr>
            <a:lvl9pPr marL="3750503" indent="0">
              <a:buNone/>
              <a:defRPr sz="923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82402926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52457" y="30724042"/>
            <a:ext cx="19750750" cy="3627115"/>
          </a:xfrm>
        </p:spPr>
        <p:txBody>
          <a:bodyPr anchor="b"/>
          <a:lstStyle>
            <a:lvl1pPr algn="l">
              <a:defRPr sz="2051" b="1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6452457" y="3921317"/>
            <a:ext cx="19750750" cy="26334334"/>
          </a:xfrm>
        </p:spPr>
        <p:txBody>
          <a:bodyPr/>
          <a:lstStyle>
            <a:lvl1pPr marL="0" indent="0">
              <a:buNone/>
              <a:defRPr sz="3281"/>
            </a:lvl1pPr>
            <a:lvl2pPr marL="468813" indent="0">
              <a:buNone/>
              <a:defRPr sz="2871"/>
            </a:lvl2pPr>
            <a:lvl3pPr marL="937626" indent="0">
              <a:buNone/>
              <a:defRPr sz="2461"/>
            </a:lvl3pPr>
            <a:lvl4pPr marL="1406439" indent="0">
              <a:buNone/>
              <a:defRPr sz="2051"/>
            </a:lvl4pPr>
            <a:lvl5pPr marL="1875252" indent="0">
              <a:buNone/>
              <a:defRPr sz="2051"/>
            </a:lvl5pPr>
            <a:lvl6pPr marL="2344064" indent="0">
              <a:buNone/>
              <a:defRPr sz="2051"/>
            </a:lvl6pPr>
            <a:lvl7pPr marL="2812877" indent="0">
              <a:buNone/>
              <a:defRPr sz="2051"/>
            </a:lvl7pPr>
            <a:lvl8pPr marL="3281690" indent="0">
              <a:buNone/>
              <a:defRPr sz="2051"/>
            </a:lvl8pPr>
            <a:lvl9pPr marL="3750503" indent="0">
              <a:buNone/>
              <a:defRPr sz="2051"/>
            </a:lvl9pPr>
          </a:lstStyle>
          <a:p>
            <a:pPr lvl="0"/>
            <a:endParaRPr lang="en-GB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452457" y="34351154"/>
            <a:ext cx="19750750" cy="5150351"/>
          </a:xfrm>
        </p:spPr>
        <p:txBody>
          <a:bodyPr/>
          <a:lstStyle>
            <a:lvl1pPr marL="0" indent="0">
              <a:buNone/>
              <a:defRPr sz="1436"/>
            </a:lvl1pPr>
            <a:lvl2pPr marL="468813" indent="0">
              <a:buNone/>
              <a:defRPr sz="1230"/>
            </a:lvl2pPr>
            <a:lvl3pPr marL="937626" indent="0">
              <a:buNone/>
              <a:defRPr sz="1025"/>
            </a:lvl3pPr>
            <a:lvl4pPr marL="1406439" indent="0">
              <a:buNone/>
              <a:defRPr sz="923"/>
            </a:lvl4pPr>
            <a:lvl5pPr marL="1875252" indent="0">
              <a:buNone/>
              <a:defRPr sz="923"/>
            </a:lvl5pPr>
            <a:lvl6pPr marL="2344064" indent="0">
              <a:buNone/>
              <a:defRPr sz="923"/>
            </a:lvl6pPr>
            <a:lvl7pPr marL="2812877" indent="0">
              <a:buNone/>
              <a:defRPr sz="923"/>
            </a:lvl7pPr>
            <a:lvl8pPr marL="3281690" indent="0">
              <a:buNone/>
              <a:defRPr sz="923"/>
            </a:lvl8pPr>
            <a:lvl9pPr marL="3750503" indent="0">
              <a:buNone/>
              <a:defRPr sz="923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11117276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74486608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24298680" y="1697430"/>
            <a:ext cx="7864881" cy="41239573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702586" y="1697430"/>
            <a:ext cx="23456737" cy="41239573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5963099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469213" y="13635557"/>
            <a:ext cx="27979985" cy="9406501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938414" y="24871099"/>
            <a:ext cx="23041575" cy="11218123"/>
          </a:xfrm>
        </p:spPr>
        <p:txBody>
          <a:bodyPr/>
          <a:lstStyle>
            <a:lvl1pPr marL="0" indent="0" algn="ctr">
              <a:buNone/>
              <a:defRPr/>
            </a:lvl1pPr>
            <a:lvl2pPr marL="468813" indent="0" algn="ctr">
              <a:buNone/>
              <a:defRPr/>
            </a:lvl2pPr>
            <a:lvl3pPr marL="937626" indent="0" algn="ctr">
              <a:buNone/>
              <a:defRPr/>
            </a:lvl3pPr>
            <a:lvl4pPr marL="1406439" indent="0" algn="ctr">
              <a:buNone/>
              <a:defRPr/>
            </a:lvl4pPr>
            <a:lvl5pPr marL="1875252" indent="0" algn="ctr">
              <a:buNone/>
              <a:defRPr/>
            </a:lvl5pPr>
            <a:lvl6pPr marL="2344064" indent="0" algn="ctr">
              <a:buNone/>
              <a:defRPr/>
            </a:lvl6pPr>
            <a:lvl7pPr marL="2812877" indent="0" algn="ctr">
              <a:buNone/>
              <a:defRPr/>
            </a:lvl7pPr>
            <a:lvl8pPr marL="3281690" indent="0" algn="ctr">
              <a:buNone/>
              <a:defRPr/>
            </a:lvl8pPr>
            <a:lvl9pPr marL="3750503" indent="0" algn="ctr">
              <a:buNone/>
              <a:defRPr/>
            </a:lvl9pPr>
          </a:lstStyle>
          <a:p>
            <a:r>
              <a:rPr lang="en-US"/>
              <a:t>Click to edit Master subtitle style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938072019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799879114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99853" y="28204020"/>
            <a:ext cx="27981438" cy="8717466"/>
          </a:xfrm>
        </p:spPr>
        <p:txBody>
          <a:bodyPr anchor="t"/>
          <a:lstStyle>
            <a:lvl1pPr algn="l">
              <a:defRPr sz="4102" b="1" cap="all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99853" y="18602037"/>
            <a:ext cx="27981438" cy="9601986"/>
          </a:xfrm>
        </p:spPr>
        <p:txBody>
          <a:bodyPr anchor="b"/>
          <a:lstStyle>
            <a:lvl1pPr marL="0" indent="0">
              <a:buNone/>
              <a:defRPr sz="2051"/>
            </a:lvl1pPr>
            <a:lvl2pPr marL="468813" indent="0">
              <a:buNone/>
              <a:defRPr sz="1846"/>
            </a:lvl2pPr>
            <a:lvl3pPr marL="937626" indent="0">
              <a:buNone/>
              <a:defRPr sz="1641"/>
            </a:lvl3pPr>
            <a:lvl4pPr marL="1406439" indent="0">
              <a:buNone/>
              <a:defRPr sz="1436"/>
            </a:lvl4pPr>
            <a:lvl5pPr marL="1875252" indent="0">
              <a:buNone/>
              <a:defRPr sz="1436"/>
            </a:lvl5pPr>
            <a:lvl6pPr marL="2344064" indent="0">
              <a:buNone/>
              <a:defRPr sz="1436"/>
            </a:lvl6pPr>
            <a:lvl7pPr marL="2812877" indent="0">
              <a:buNone/>
              <a:defRPr sz="1436"/>
            </a:lvl7pPr>
            <a:lvl8pPr marL="3281690" indent="0">
              <a:buNone/>
              <a:defRPr sz="1436"/>
            </a:lvl8pPr>
            <a:lvl9pPr marL="3750503" indent="0">
              <a:buNone/>
              <a:defRPr sz="1436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761936285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519682" y="6406491"/>
            <a:ext cx="15751536" cy="36530516"/>
          </a:xfrm>
        </p:spPr>
        <p:txBody>
          <a:bodyPr/>
          <a:lstStyle>
            <a:lvl1pPr>
              <a:defRPr sz="2871"/>
            </a:lvl1pPr>
            <a:lvl2pPr>
              <a:defRPr sz="2461"/>
            </a:lvl2pPr>
            <a:lvl3pPr>
              <a:defRPr sz="2051"/>
            </a:lvl3pPr>
            <a:lvl4pPr>
              <a:defRPr sz="1846"/>
            </a:lvl4pPr>
            <a:lvl5pPr>
              <a:defRPr sz="1846"/>
            </a:lvl5pPr>
            <a:lvl6pPr>
              <a:defRPr sz="1846"/>
            </a:lvl6pPr>
            <a:lvl7pPr>
              <a:defRPr sz="1846"/>
            </a:lvl7pPr>
            <a:lvl8pPr>
              <a:defRPr sz="1846"/>
            </a:lvl8pPr>
            <a:lvl9pPr>
              <a:defRPr sz="1846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6410571" y="6406491"/>
            <a:ext cx="15752986" cy="36530516"/>
          </a:xfrm>
        </p:spPr>
        <p:txBody>
          <a:bodyPr/>
          <a:lstStyle>
            <a:lvl1pPr>
              <a:defRPr sz="2871"/>
            </a:lvl1pPr>
            <a:lvl2pPr>
              <a:defRPr sz="2461"/>
            </a:lvl2pPr>
            <a:lvl3pPr>
              <a:defRPr sz="2051"/>
            </a:lvl3pPr>
            <a:lvl4pPr>
              <a:defRPr sz="1846"/>
            </a:lvl4pPr>
            <a:lvl5pPr>
              <a:defRPr sz="1846"/>
            </a:lvl5pPr>
            <a:lvl6pPr>
              <a:defRPr sz="1846"/>
            </a:lvl6pPr>
            <a:lvl7pPr>
              <a:defRPr sz="1846"/>
            </a:lvl7pPr>
            <a:lvl8pPr>
              <a:defRPr sz="1846"/>
            </a:lvl8pPr>
            <a:lvl9pPr>
              <a:defRPr sz="1846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055256064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646141" y="1757429"/>
            <a:ext cx="29626124" cy="7316167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646137" y="9824568"/>
            <a:ext cx="14543788" cy="4095505"/>
          </a:xfrm>
        </p:spPr>
        <p:txBody>
          <a:bodyPr anchor="b"/>
          <a:lstStyle>
            <a:lvl1pPr marL="0" indent="0">
              <a:buNone/>
              <a:defRPr sz="2461" b="1"/>
            </a:lvl1pPr>
            <a:lvl2pPr marL="468813" indent="0">
              <a:buNone/>
              <a:defRPr sz="2051" b="1"/>
            </a:lvl2pPr>
            <a:lvl3pPr marL="937626" indent="0">
              <a:buNone/>
              <a:defRPr sz="1846" b="1"/>
            </a:lvl3pPr>
            <a:lvl4pPr marL="1406439" indent="0">
              <a:buNone/>
              <a:defRPr sz="1641" b="1"/>
            </a:lvl4pPr>
            <a:lvl5pPr marL="1875252" indent="0">
              <a:buNone/>
              <a:defRPr sz="1641" b="1"/>
            </a:lvl5pPr>
            <a:lvl6pPr marL="2344064" indent="0">
              <a:buNone/>
              <a:defRPr sz="1641" b="1"/>
            </a:lvl6pPr>
            <a:lvl7pPr marL="2812877" indent="0">
              <a:buNone/>
              <a:defRPr sz="1641" b="1"/>
            </a:lvl7pPr>
            <a:lvl8pPr marL="3281690" indent="0">
              <a:buNone/>
              <a:defRPr sz="1641" b="1"/>
            </a:lvl8pPr>
            <a:lvl9pPr marL="3750503" indent="0">
              <a:buNone/>
              <a:defRPr sz="1641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646137" y="13920077"/>
            <a:ext cx="14543788" cy="25287231"/>
          </a:xfrm>
        </p:spPr>
        <p:txBody>
          <a:bodyPr/>
          <a:lstStyle>
            <a:lvl1pPr>
              <a:defRPr sz="2461"/>
            </a:lvl1pPr>
            <a:lvl2pPr>
              <a:defRPr sz="2051"/>
            </a:lvl2pPr>
            <a:lvl3pPr>
              <a:defRPr sz="1846"/>
            </a:lvl3pPr>
            <a:lvl4pPr>
              <a:defRPr sz="1641"/>
            </a:lvl4pPr>
            <a:lvl5pPr>
              <a:defRPr sz="1641"/>
            </a:lvl5pPr>
            <a:lvl6pPr>
              <a:defRPr sz="1641"/>
            </a:lvl6pPr>
            <a:lvl7pPr>
              <a:defRPr sz="1641"/>
            </a:lvl7pPr>
            <a:lvl8pPr>
              <a:defRPr sz="1641"/>
            </a:lvl8pPr>
            <a:lvl9pPr>
              <a:defRPr sz="1641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16722671" y="9824568"/>
            <a:ext cx="14549593" cy="4095505"/>
          </a:xfrm>
        </p:spPr>
        <p:txBody>
          <a:bodyPr anchor="b"/>
          <a:lstStyle>
            <a:lvl1pPr marL="0" indent="0">
              <a:buNone/>
              <a:defRPr sz="2461" b="1"/>
            </a:lvl1pPr>
            <a:lvl2pPr marL="468813" indent="0">
              <a:buNone/>
              <a:defRPr sz="2051" b="1"/>
            </a:lvl2pPr>
            <a:lvl3pPr marL="937626" indent="0">
              <a:buNone/>
              <a:defRPr sz="1846" b="1"/>
            </a:lvl3pPr>
            <a:lvl4pPr marL="1406439" indent="0">
              <a:buNone/>
              <a:defRPr sz="1641" b="1"/>
            </a:lvl4pPr>
            <a:lvl5pPr marL="1875252" indent="0">
              <a:buNone/>
              <a:defRPr sz="1641" b="1"/>
            </a:lvl5pPr>
            <a:lvl6pPr marL="2344064" indent="0">
              <a:buNone/>
              <a:defRPr sz="1641" b="1"/>
            </a:lvl6pPr>
            <a:lvl7pPr marL="2812877" indent="0">
              <a:buNone/>
              <a:defRPr sz="1641" b="1"/>
            </a:lvl7pPr>
            <a:lvl8pPr marL="3281690" indent="0">
              <a:buNone/>
              <a:defRPr sz="1641" b="1"/>
            </a:lvl8pPr>
            <a:lvl9pPr marL="3750503" indent="0">
              <a:buNone/>
              <a:defRPr sz="1641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16722671" y="13920077"/>
            <a:ext cx="14549593" cy="25287231"/>
          </a:xfrm>
        </p:spPr>
        <p:txBody>
          <a:bodyPr/>
          <a:lstStyle>
            <a:lvl1pPr>
              <a:defRPr sz="2461"/>
            </a:lvl1pPr>
            <a:lvl2pPr>
              <a:defRPr sz="2051"/>
            </a:lvl2pPr>
            <a:lvl3pPr>
              <a:defRPr sz="1846"/>
            </a:lvl3pPr>
            <a:lvl4pPr>
              <a:defRPr sz="1641"/>
            </a:lvl4pPr>
            <a:lvl5pPr>
              <a:defRPr sz="1641"/>
            </a:lvl5pPr>
            <a:lvl6pPr>
              <a:defRPr sz="1641"/>
            </a:lvl6pPr>
            <a:lvl7pPr>
              <a:defRPr sz="1641"/>
            </a:lvl7pPr>
            <a:lvl8pPr>
              <a:defRPr sz="1641"/>
            </a:lvl8pPr>
            <a:lvl9pPr>
              <a:defRPr sz="1641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2754446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077122381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230483693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646138" y="1747754"/>
            <a:ext cx="10829089" cy="7436168"/>
          </a:xfrm>
        </p:spPr>
        <p:txBody>
          <a:bodyPr anchor="b"/>
          <a:lstStyle>
            <a:lvl1pPr algn="l">
              <a:defRPr sz="2051" b="1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2870068" y="1747756"/>
            <a:ext cx="18402194" cy="37459553"/>
          </a:xfrm>
        </p:spPr>
        <p:txBody>
          <a:bodyPr/>
          <a:lstStyle>
            <a:lvl1pPr>
              <a:defRPr sz="3281"/>
            </a:lvl1pPr>
            <a:lvl2pPr>
              <a:defRPr sz="2871"/>
            </a:lvl2pPr>
            <a:lvl3pPr>
              <a:defRPr sz="2461"/>
            </a:lvl3pPr>
            <a:lvl4pPr>
              <a:defRPr sz="2051"/>
            </a:lvl4pPr>
            <a:lvl5pPr>
              <a:defRPr sz="2051"/>
            </a:lvl5pPr>
            <a:lvl6pPr>
              <a:defRPr sz="2051"/>
            </a:lvl6pPr>
            <a:lvl7pPr>
              <a:defRPr sz="2051"/>
            </a:lvl7pPr>
            <a:lvl8pPr>
              <a:defRPr sz="2051"/>
            </a:lvl8pPr>
            <a:lvl9pPr>
              <a:defRPr sz="2051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646138" y="9183924"/>
            <a:ext cx="10829089" cy="30023385"/>
          </a:xfrm>
        </p:spPr>
        <p:txBody>
          <a:bodyPr/>
          <a:lstStyle>
            <a:lvl1pPr marL="0" indent="0">
              <a:buNone/>
              <a:defRPr sz="1436"/>
            </a:lvl1pPr>
            <a:lvl2pPr marL="468813" indent="0">
              <a:buNone/>
              <a:defRPr sz="1230"/>
            </a:lvl2pPr>
            <a:lvl3pPr marL="937626" indent="0">
              <a:buNone/>
              <a:defRPr sz="1025"/>
            </a:lvl3pPr>
            <a:lvl4pPr marL="1406439" indent="0">
              <a:buNone/>
              <a:defRPr sz="923"/>
            </a:lvl4pPr>
            <a:lvl5pPr marL="1875252" indent="0">
              <a:buNone/>
              <a:defRPr sz="923"/>
            </a:lvl5pPr>
            <a:lvl6pPr marL="2344064" indent="0">
              <a:buNone/>
              <a:defRPr sz="923"/>
            </a:lvl6pPr>
            <a:lvl7pPr marL="2812877" indent="0">
              <a:buNone/>
              <a:defRPr sz="923"/>
            </a:lvl7pPr>
            <a:lvl8pPr marL="3281690" indent="0">
              <a:buNone/>
              <a:defRPr sz="923"/>
            </a:lvl8pPr>
            <a:lvl9pPr marL="3750503" indent="0">
              <a:buNone/>
              <a:defRPr sz="923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080371377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52457" y="30724042"/>
            <a:ext cx="19750750" cy="3627115"/>
          </a:xfrm>
        </p:spPr>
        <p:txBody>
          <a:bodyPr anchor="b"/>
          <a:lstStyle>
            <a:lvl1pPr algn="l">
              <a:defRPr sz="2051" b="1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6452457" y="3921317"/>
            <a:ext cx="19750750" cy="26334334"/>
          </a:xfrm>
        </p:spPr>
        <p:txBody>
          <a:bodyPr/>
          <a:lstStyle>
            <a:lvl1pPr marL="0" indent="0">
              <a:buNone/>
              <a:defRPr sz="3281"/>
            </a:lvl1pPr>
            <a:lvl2pPr marL="468813" indent="0">
              <a:buNone/>
              <a:defRPr sz="2871"/>
            </a:lvl2pPr>
            <a:lvl3pPr marL="937626" indent="0">
              <a:buNone/>
              <a:defRPr sz="2461"/>
            </a:lvl3pPr>
            <a:lvl4pPr marL="1406439" indent="0">
              <a:buNone/>
              <a:defRPr sz="2051"/>
            </a:lvl4pPr>
            <a:lvl5pPr marL="1875252" indent="0">
              <a:buNone/>
              <a:defRPr sz="2051"/>
            </a:lvl5pPr>
            <a:lvl6pPr marL="2344064" indent="0">
              <a:buNone/>
              <a:defRPr sz="2051"/>
            </a:lvl6pPr>
            <a:lvl7pPr marL="2812877" indent="0">
              <a:buNone/>
              <a:defRPr sz="2051"/>
            </a:lvl7pPr>
            <a:lvl8pPr marL="3281690" indent="0">
              <a:buNone/>
              <a:defRPr sz="2051"/>
            </a:lvl8pPr>
            <a:lvl9pPr marL="3750503" indent="0">
              <a:buNone/>
              <a:defRPr sz="2051"/>
            </a:lvl9pPr>
          </a:lstStyle>
          <a:p>
            <a:pPr lvl="0"/>
            <a:endParaRPr lang="en-GB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452457" y="34351154"/>
            <a:ext cx="19750750" cy="5150351"/>
          </a:xfrm>
        </p:spPr>
        <p:txBody>
          <a:bodyPr/>
          <a:lstStyle>
            <a:lvl1pPr marL="0" indent="0">
              <a:buNone/>
              <a:defRPr sz="1436"/>
            </a:lvl1pPr>
            <a:lvl2pPr marL="468813" indent="0">
              <a:buNone/>
              <a:defRPr sz="1230"/>
            </a:lvl2pPr>
            <a:lvl3pPr marL="937626" indent="0">
              <a:buNone/>
              <a:defRPr sz="1025"/>
            </a:lvl3pPr>
            <a:lvl4pPr marL="1406439" indent="0">
              <a:buNone/>
              <a:defRPr sz="923"/>
            </a:lvl4pPr>
            <a:lvl5pPr marL="1875252" indent="0">
              <a:buNone/>
              <a:defRPr sz="923"/>
            </a:lvl5pPr>
            <a:lvl6pPr marL="2344064" indent="0">
              <a:buNone/>
              <a:defRPr sz="923"/>
            </a:lvl6pPr>
            <a:lvl7pPr marL="2812877" indent="0">
              <a:buNone/>
              <a:defRPr sz="923"/>
            </a:lvl7pPr>
            <a:lvl8pPr marL="3281690" indent="0">
              <a:buNone/>
              <a:defRPr sz="923"/>
            </a:lvl8pPr>
            <a:lvl9pPr marL="3750503" indent="0">
              <a:buNone/>
              <a:defRPr sz="923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554086943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143524170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24253677" y="1697430"/>
            <a:ext cx="7909881" cy="41239573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519683" y="1697430"/>
            <a:ext cx="23594641" cy="41239573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67294881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468881" y="13634723"/>
            <a:ext cx="27980640" cy="9408160"/>
          </a:xfrm>
        </p:spPr>
        <p:txBody>
          <a:bodyPr/>
          <a:lstStyle/>
          <a:p>
            <a:r>
              <a:rPr lang="en-CA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937761" y="24871683"/>
            <a:ext cx="23042880" cy="1121664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214097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428194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642292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856389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070487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1284584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1498682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1712779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CA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DD1C45D5-A1E6-2040-BD56-A305FA83BE5C}" type="datetime1">
              <a:rPr lang="en-US"/>
              <a:pPr/>
              <a:t>6/27/26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45624845-DEC5-634D-99AC-60EB7F182399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88395774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CA"/>
              <a:t>Click to edit Master text styles</a:t>
            </a:r>
          </a:p>
          <a:p>
            <a:pPr lvl="1"/>
            <a:r>
              <a:rPr lang="en-CA"/>
              <a:t>Second level</a:t>
            </a:r>
          </a:p>
          <a:p>
            <a:pPr lvl="2"/>
            <a:r>
              <a:rPr lang="en-CA"/>
              <a:t>Third level</a:t>
            </a:r>
          </a:p>
          <a:p>
            <a:pPr lvl="3"/>
            <a:r>
              <a:rPr lang="en-CA"/>
              <a:t>Fourth level</a:t>
            </a:r>
          </a:p>
          <a:p>
            <a:pPr lvl="4"/>
            <a:r>
              <a:rPr lang="en-CA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181DECBC-D07A-B141-8132-D31C96FAF0BE}" type="datetime1">
              <a:rPr lang="en-US"/>
              <a:pPr/>
              <a:t>6/27/26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CE19F8BC-CB14-C54F-A255-210A3F9F8F2E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3864533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600327" y="28204166"/>
            <a:ext cx="27980640" cy="8717280"/>
          </a:xfrm>
        </p:spPr>
        <p:txBody>
          <a:bodyPr anchor="t"/>
          <a:lstStyle>
            <a:lvl1pPr algn="l">
              <a:defRPr sz="18765" b="1" cap="all"/>
            </a:lvl1pPr>
          </a:lstStyle>
          <a:p>
            <a:r>
              <a:rPr lang="en-CA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600327" y="18602966"/>
            <a:ext cx="27980640" cy="9601197"/>
          </a:xfrm>
        </p:spPr>
        <p:txBody>
          <a:bodyPr anchor="b"/>
          <a:lstStyle>
            <a:lvl1pPr marL="0" indent="0">
              <a:buNone/>
              <a:defRPr sz="9331">
                <a:solidFill>
                  <a:schemeClr val="tx1">
                    <a:tint val="75000"/>
                  </a:schemeClr>
                </a:solidFill>
              </a:defRPr>
            </a:lvl1pPr>
            <a:lvl2pPr marL="2140975" indent="0">
              <a:buNone/>
              <a:defRPr sz="8408">
                <a:solidFill>
                  <a:schemeClr val="tx1">
                    <a:tint val="75000"/>
                  </a:schemeClr>
                </a:solidFill>
              </a:defRPr>
            </a:lvl2pPr>
            <a:lvl3pPr marL="4281949" indent="0">
              <a:buNone/>
              <a:defRPr sz="7485">
                <a:solidFill>
                  <a:schemeClr val="tx1">
                    <a:tint val="75000"/>
                  </a:schemeClr>
                </a:solidFill>
              </a:defRPr>
            </a:lvl3pPr>
            <a:lvl4pPr marL="6422924" indent="0">
              <a:buNone/>
              <a:defRPr sz="6563">
                <a:solidFill>
                  <a:schemeClr val="tx1">
                    <a:tint val="75000"/>
                  </a:schemeClr>
                </a:solidFill>
              </a:defRPr>
            </a:lvl4pPr>
            <a:lvl5pPr marL="8563899" indent="0">
              <a:buNone/>
              <a:defRPr sz="6563">
                <a:solidFill>
                  <a:schemeClr val="tx1">
                    <a:tint val="75000"/>
                  </a:schemeClr>
                </a:solidFill>
              </a:defRPr>
            </a:lvl5pPr>
            <a:lvl6pPr marL="10704874" indent="0">
              <a:buNone/>
              <a:defRPr sz="6563">
                <a:solidFill>
                  <a:schemeClr val="tx1">
                    <a:tint val="75000"/>
                  </a:schemeClr>
                </a:solidFill>
              </a:defRPr>
            </a:lvl6pPr>
            <a:lvl7pPr marL="12845848" indent="0">
              <a:buNone/>
              <a:defRPr sz="6563">
                <a:solidFill>
                  <a:schemeClr val="tx1">
                    <a:tint val="75000"/>
                  </a:schemeClr>
                </a:solidFill>
              </a:defRPr>
            </a:lvl7pPr>
            <a:lvl8pPr marL="14986823" indent="0">
              <a:buNone/>
              <a:defRPr sz="6563">
                <a:solidFill>
                  <a:schemeClr val="tx1">
                    <a:tint val="75000"/>
                  </a:schemeClr>
                </a:solidFill>
              </a:defRPr>
            </a:lvl8pPr>
            <a:lvl9pPr marL="17127798" indent="0">
              <a:buNone/>
              <a:defRPr sz="6563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CA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071ED854-ED0F-454E-831F-2FBFFC3334AF}" type="datetime1">
              <a:rPr lang="en-US"/>
              <a:pPr/>
              <a:t>6/27/26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7E36387C-E2D0-5440-92E7-017B852E251F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02584396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645921" y="10241286"/>
            <a:ext cx="14538960" cy="28966163"/>
          </a:xfrm>
        </p:spPr>
        <p:txBody>
          <a:bodyPr/>
          <a:lstStyle>
            <a:lvl1pPr>
              <a:defRPr sz="13125"/>
            </a:lvl1pPr>
            <a:lvl2pPr>
              <a:defRPr sz="11279"/>
            </a:lvl2pPr>
            <a:lvl3pPr>
              <a:defRPr sz="9331"/>
            </a:lvl3pPr>
            <a:lvl4pPr>
              <a:defRPr sz="8408"/>
            </a:lvl4pPr>
            <a:lvl5pPr>
              <a:defRPr sz="8408"/>
            </a:lvl5pPr>
            <a:lvl6pPr>
              <a:defRPr sz="8408"/>
            </a:lvl6pPr>
            <a:lvl7pPr>
              <a:defRPr sz="8408"/>
            </a:lvl7pPr>
            <a:lvl8pPr>
              <a:defRPr sz="8408"/>
            </a:lvl8pPr>
            <a:lvl9pPr>
              <a:defRPr sz="8408"/>
            </a:lvl9pPr>
          </a:lstStyle>
          <a:p>
            <a:pPr lvl="0"/>
            <a:r>
              <a:rPr lang="en-CA"/>
              <a:t>Click to edit Master text styles</a:t>
            </a:r>
          </a:p>
          <a:p>
            <a:pPr lvl="1"/>
            <a:r>
              <a:rPr lang="en-CA"/>
              <a:t>Second level</a:t>
            </a:r>
          </a:p>
          <a:p>
            <a:pPr lvl="2"/>
            <a:r>
              <a:rPr lang="en-CA"/>
              <a:t>Third level</a:t>
            </a:r>
          </a:p>
          <a:p>
            <a:pPr lvl="3"/>
            <a:r>
              <a:rPr lang="en-CA"/>
              <a:t>Fourth level</a:t>
            </a:r>
          </a:p>
          <a:p>
            <a:pPr lvl="4"/>
            <a:r>
              <a:rPr lang="en-CA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6733521" y="10241286"/>
            <a:ext cx="14538960" cy="28966163"/>
          </a:xfrm>
        </p:spPr>
        <p:txBody>
          <a:bodyPr/>
          <a:lstStyle>
            <a:lvl1pPr>
              <a:defRPr sz="13125"/>
            </a:lvl1pPr>
            <a:lvl2pPr>
              <a:defRPr sz="11279"/>
            </a:lvl2pPr>
            <a:lvl3pPr>
              <a:defRPr sz="9331"/>
            </a:lvl3pPr>
            <a:lvl4pPr>
              <a:defRPr sz="8408"/>
            </a:lvl4pPr>
            <a:lvl5pPr>
              <a:defRPr sz="8408"/>
            </a:lvl5pPr>
            <a:lvl6pPr>
              <a:defRPr sz="8408"/>
            </a:lvl6pPr>
            <a:lvl7pPr>
              <a:defRPr sz="8408"/>
            </a:lvl7pPr>
            <a:lvl8pPr>
              <a:defRPr sz="8408"/>
            </a:lvl8pPr>
            <a:lvl9pPr>
              <a:defRPr sz="8408"/>
            </a:lvl9pPr>
          </a:lstStyle>
          <a:p>
            <a:pPr lvl="0"/>
            <a:r>
              <a:rPr lang="en-CA"/>
              <a:t>Click to edit Master text styles</a:t>
            </a:r>
          </a:p>
          <a:p>
            <a:pPr lvl="1"/>
            <a:r>
              <a:rPr lang="en-CA"/>
              <a:t>Second level</a:t>
            </a:r>
          </a:p>
          <a:p>
            <a:pPr lvl="2"/>
            <a:r>
              <a:rPr lang="en-CA"/>
              <a:t>Third level</a:t>
            </a:r>
          </a:p>
          <a:p>
            <a:pPr lvl="3"/>
            <a:r>
              <a:rPr lang="en-CA"/>
              <a:t>Fourth level</a:t>
            </a:r>
          </a:p>
          <a:p>
            <a:pPr lvl="4"/>
            <a:r>
              <a:rPr lang="en-CA"/>
              <a:t>Fifth level</a:t>
            </a:r>
            <a:endParaRPr lang="en-US"/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A0A4AE9B-DABA-364A-9B12-F0C9020BA745}" type="datetime1">
              <a:rPr lang="en-US"/>
              <a:pPr/>
              <a:t>6/27/26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B6B47B58-4829-754A-9A92-BE124A813951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70599564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CA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645922" y="9824725"/>
            <a:ext cx="14544676" cy="4094477"/>
          </a:xfrm>
        </p:spPr>
        <p:txBody>
          <a:bodyPr anchor="b"/>
          <a:lstStyle>
            <a:lvl1pPr marL="0" indent="0">
              <a:buNone/>
              <a:defRPr sz="11279" b="1"/>
            </a:lvl1pPr>
            <a:lvl2pPr marL="2140975" indent="0">
              <a:buNone/>
              <a:defRPr sz="9331" b="1"/>
            </a:lvl2pPr>
            <a:lvl3pPr marL="4281949" indent="0">
              <a:buNone/>
              <a:defRPr sz="8408" b="1"/>
            </a:lvl3pPr>
            <a:lvl4pPr marL="6422924" indent="0">
              <a:buNone/>
              <a:defRPr sz="7485" b="1"/>
            </a:lvl4pPr>
            <a:lvl5pPr marL="8563899" indent="0">
              <a:buNone/>
              <a:defRPr sz="7485" b="1"/>
            </a:lvl5pPr>
            <a:lvl6pPr marL="10704874" indent="0">
              <a:buNone/>
              <a:defRPr sz="7485" b="1"/>
            </a:lvl6pPr>
            <a:lvl7pPr marL="12845848" indent="0">
              <a:buNone/>
              <a:defRPr sz="7485" b="1"/>
            </a:lvl7pPr>
            <a:lvl8pPr marL="14986823" indent="0">
              <a:buNone/>
              <a:defRPr sz="7485" b="1"/>
            </a:lvl8pPr>
            <a:lvl9pPr marL="17127798" indent="0">
              <a:buNone/>
              <a:defRPr sz="7485" b="1"/>
            </a:lvl9pPr>
          </a:lstStyle>
          <a:p>
            <a:pPr lvl="0"/>
            <a:r>
              <a:rPr lang="en-CA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645922" y="13919200"/>
            <a:ext cx="14544676" cy="25288243"/>
          </a:xfrm>
        </p:spPr>
        <p:txBody>
          <a:bodyPr/>
          <a:lstStyle>
            <a:lvl1pPr>
              <a:defRPr sz="11279"/>
            </a:lvl1pPr>
            <a:lvl2pPr>
              <a:defRPr sz="9331"/>
            </a:lvl2pPr>
            <a:lvl3pPr>
              <a:defRPr sz="8408"/>
            </a:lvl3pPr>
            <a:lvl4pPr>
              <a:defRPr sz="7485"/>
            </a:lvl4pPr>
            <a:lvl5pPr>
              <a:defRPr sz="7485"/>
            </a:lvl5pPr>
            <a:lvl6pPr>
              <a:defRPr sz="7485"/>
            </a:lvl6pPr>
            <a:lvl7pPr>
              <a:defRPr sz="7485"/>
            </a:lvl7pPr>
            <a:lvl8pPr>
              <a:defRPr sz="7485"/>
            </a:lvl8pPr>
            <a:lvl9pPr>
              <a:defRPr sz="7485"/>
            </a:lvl9pPr>
          </a:lstStyle>
          <a:p>
            <a:pPr lvl="0"/>
            <a:r>
              <a:rPr lang="en-CA"/>
              <a:t>Click to edit Master text styles</a:t>
            </a:r>
          </a:p>
          <a:p>
            <a:pPr lvl="1"/>
            <a:r>
              <a:rPr lang="en-CA"/>
              <a:t>Second level</a:t>
            </a:r>
          </a:p>
          <a:p>
            <a:pPr lvl="2"/>
            <a:r>
              <a:rPr lang="en-CA"/>
              <a:t>Third level</a:t>
            </a:r>
          </a:p>
          <a:p>
            <a:pPr lvl="3"/>
            <a:r>
              <a:rPr lang="en-CA"/>
              <a:t>Fourth level</a:t>
            </a:r>
          </a:p>
          <a:p>
            <a:pPr lvl="4"/>
            <a:r>
              <a:rPr lang="en-CA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16722091" y="9824725"/>
            <a:ext cx="14550391" cy="4094477"/>
          </a:xfrm>
        </p:spPr>
        <p:txBody>
          <a:bodyPr anchor="b"/>
          <a:lstStyle>
            <a:lvl1pPr marL="0" indent="0">
              <a:buNone/>
              <a:defRPr sz="11279" b="1"/>
            </a:lvl1pPr>
            <a:lvl2pPr marL="2140975" indent="0">
              <a:buNone/>
              <a:defRPr sz="9331" b="1"/>
            </a:lvl2pPr>
            <a:lvl3pPr marL="4281949" indent="0">
              <a:buNone/>
              <a:defRPr sz="8408" b="1"/>
            </a:lvl3pPr>
            <a:lvl4pPr marL="6422924" indent="0">
              <a:buNone/>
              <a:defRPr sz="7485" b="1"/>
            </a:lvl4pPr>
            <a:lvl5pPr marL="8563899" indent="0">
              <a:buNone/>
              <a:defRPr sz="7485" b="1"/>
            </a:lvl5pPr>
            <a:lvl6pPr marL="10704874" indent="0">
              <a:buNone/>
              <a:defRPr sz="7485" b="1"/>
            </a:lvl6pPr>
            <a:lvl7pPr marL="12845848" indent="0">
              <a:buNone/>
              <a:defRPr sz="7485" b="1"/>
            </a:lvl7pPr>
            <a:lvl8pPr marL="14986823" indent="0">
              <a:buNone/>
              <a:defRPr sz="7485" b="1"/>
            </a:lvl8pPr>
            <a:lvl9pPr marL="17127798" indent="0">
              <a:buNone/>
              <a:defRPr sz="7485" b="1"/>
            </a:lvl9pPr>
          </a:lstStyle>
          <a:p>
            <a:pPr lvl="0"/>
            <a:r>
              <a:rPr lang="en-CA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16722091" y="13919200"/>
            <a:ext cx="14550391" cy="25288243"/>
          </a:xfrm>
        </p:spPr>
        <p:txBody>
          <a:bodyPr/>
          <a:lstStyle>
            <a:lvl1pPr>
              <a:defRPr sz="11279"/>
            </a:lvl1pPr>
            <a:lvl2pPr>
              <a:defRPr sz="9331"/>
            </a:lvl2pPr>
            <a:lvl3pPr>
              <a:defRPr sz="8408"/>
            </a:lvl3pPr>
            <a:lvl4pPr>
              <a:defRPr sz="7485"/>
            </a:lvl4pPr>
            <a:lvl5pPr>
              <a:defRPr sz="7485"/>
            </a:lvl5pPr>
            <a:lvl6pPr>
              <a:defRPr sz="7485"/>
            </a:lvl6pPr>
            <a:lvl7pPr>
              <a:defRPr sz="7485"/>
            </a:lvl7pPr>
            <a:lvl8pPr>
              <a:defRPr sz="7485"/>
            </a:lvl8pPr>
            <a:lvl9pPr>
              <a:defRPr sz="7485"/>
            </a:lvl9pPr>
          </a:lstStyle>
          <a:p>
            <a:pPr lvl="0"/>
            <a:r>
              <a:rPr lang="en-CA"/>
              <a:t>Click to edit Master text styles</a:t>
            </a:r>
          </a:p>
          <a:p>
            <a:pPr lvl="1"/>
            <a:r>
              <a:rPr lang="en-CA"/>
              <a:t>Second level</a:t>
            </a:r>
          </a:p>
          <a:p>
            <a:pPr lvl="2"/>
            <a:r>
              <a:rPr lang="en-CA"/>
              <a:t>Third level</a:t>
            </a:r>
          </a:p>
          <a:p>
            <a:pPr lvl="3"/>
            <a:r>
              <a:rPr lang="en-CA"/>
              <a:t>Fourth level</a:t>
            </a:r>
          </a:p>
          <a:p>
            <a:pPr lvl="4"/>
            <a:r>
              <a:rPr lang="en-CA"/>
              <a:t>Fifth level</a:t>
            </a:r>
            <a:endParaRPr lang="en-US"/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8B61C632-2ABE-7442-A7EE-DE3F29DDF68E}" type="datetime1">
              <a:rPr lang="en-US"/>
              <a:pPr/>
              <a:t>6/27/26</a:t>
            </a:fld>
            <a:endParaRPr lang="en-US"/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F8BE9922-69E4-0845-A4B2-0960412D3915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28478779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/>
              <a:t>Click to edit Master title style</a:t>
            </a:r>
            <a:endParaRPr lang="en-US"/>
          </a:p>
        </p:txBody>
      </p:sp>
      <p:sp>
        <p:nvSpPr>
          <p:cNvPr id="3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28751BBF-F284-DA4F-9DF8-1D86E02A796A}" type="datetime1">
              <a:rPr lang="en-US"/>
              <a:pPr/>
              <a:t>6/27/26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82CBC96A-116C-8A40-96EF-D84E1AC7B602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18849614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6F880733-C438-754B-A587-1D51672D5854}" type="datetime1">
              <a:rPr lang="en-US"/>
              <a:pPr/>
              <a:t>6/27/26</a:t>
            </a:fld>
            <a:endParaRPr lang="en-US"/>
          </a:p>
        </p:txBody>
      </p:sp>
      <p:sp>
        <p:nvSpPr>
          <p:cNvPr id="3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29C2148-9CA0-0A44-8440-DA52381FC0F8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44621005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645922" y="1747520"/>
            <a:ext cx="10829927" cy="7437120"/>
          </a:xfrm>
        </p:spPr>
        <p:txBody>
          <a:bodyPr anchor="b"/>
          <a:lstStyle>
            <a:lvl1pPr algn="l">
              <a:defRPr sz="9331" b="1"/>
            </a:lvl1pPr>
          </a:lstStyle>
          <a:p>
            <a:r>
              <a:rPr lang="en-CA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2870180" y="1747523"/>
            <a:ext cx="18402300" cy="37459923"/>
          </a:xfrm>
        </p:spPr>
        <p:txBody>
          <a:bodyPr/>
          <a:lstStyle>
            <a:lvl1pPr>
              <a:defRPr sz="14971"/>
            </a:lvl1pPr>
            <a:lvl2pPr>
              <a:defRPr sz="13125"/>
            </a:lvl2pPr>
            <a:lvl3pPr>
              <a:defRPr sz="11279"/>
            </a:lvl3pPr>
            <a:lvl4pPr>
              <a:defRPr sz="9331"/>
            </a:lvl4pPr>
            <a:lvl5pPr>
              <a:defRPr sz="9331"/>
            </a:lvl5pPr>
            <a:lvl6pPr>
              <a:defRPr sz="9331"/>
            </a:lvl6pPr>
            <a:lvl7pPr>
              <a:defRPr sz="9331"/>
            </a:lvl7pPr>
            <a:lvl8pPr>
              <a:defRPr sz="9331"/>
            </a:lvl8pPr>
            <a:lvl9pPr>
              <a:defRPr sz="9331"/>
            </a:lvl9pPr>
          </a:lstStyle>
          <a:p>
            <a:pPr lvl="0"/>
            <a:r>
              <a:rPr lang="en-CA"/>
              <a:t>Click to edit Master text styles</a:t>
            </a:r>
          </a:p>
          <a:p>
            <a:pPr lvl="1"/>
            <a:r>
              <a:rPr lang="en-CA"/>
              <a:t>Second level</a:t>
            </a:r>
          </a:p>
          <a:p>
            <a:pPr lvl="2"/>
            <a:r>
              <a:rPr lang="en-CA"/>
              <a:t>Third level</a:t>
            </a:r>
          </a:p>
          <a:p>
            <a:pPr lvl="3"/>
            <a:r>
              <a:rPr lang="en-CA"/>
              <a:t>Fourth level</a:t>
            </a:r>
          </a:p>
          <a:p>
            <a:pPr lvl="4"/>
            <a:r>
              <a:rPr lang="en-CA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645922" y="9184643"/>
            <a:ext cx="10829927" cy="30022803"/>
          </a:xfrm>
        </p:spPr>
        <p:txBody>
          <a:bodyPr/>
          <a:lstStyle>
            <a:lvl1pPr marL="0" indent="0">
              <a:buNone/>
              <a:defRPr sz="6563"/>
            </a:lvl1pPr>
            <a:lvl2pPr marL="2140975" indent="0">
              <a:buNone/>
              <a:defRPr sz="5640"/>
            </a:lvl2pPr>
            <a:lvl3pPr marL="4281949" indent="0">
              <a:buNone/>
              <a:defRPr sz="4717"/>
            </a:lvl3pPr>
            <a:lvl4pPr marL="6422924" indent="0">
              <a:buNone/>
              <a:defRPr sz="4204"/>
            </a:lvl4pPr>
            <a:lvl5pPr marL="8563899" indent="0">
              <a:buNone/>
              <a:defRPr sz="4204"/>
            </a:lvl5pPr>
            <a:lvl6pPr marL="10704874" indent="0">
              <a:buNone/>
              <a:defRPr sz="4204"/>
            </a:lvl6pPr>
            <a:lvl7pPr marL="12845848" indent="0">
              <a:buNone/>
              <a:defRPr sz="4204"/>
            </a:lvl7pPr>
            <a:lvl8pPr marL="14986823" indent="0">
              <a:buNone/>
              <a:defRPr sz="4204"/>
            </a:lvl8pPr>
            <a:lvl9pPr marL="17127798" indent="0">
              <a:buNone/>
              <a:defRPr sz="4204"/>
            </a:lvl9pPr>
          </a:lstStyle>
          <a:p>
            <a:pPr lvl="0"/>
            <a:r>
              <a:rPr lang="en-CA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3ABAE0B2-A145-7445-8E7F-29E33A906F2E}" type="datetime1">
              <a:rPr lang="en-US"/>
              <a:pPr/>
              <a:t>6/27/26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2154FE76-5C7A-B24E-A2DB-520DBCF17739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95310753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52236" y="30723842"/>
            <a:ext cx="19751040" cy="3627124"/>
          </a:xfrm>
        </p:spPr>
        <p:txBody>
          <a:bodyPr anchor="b"/>
          <a:lstStyle>
            <a:lvl1pPr algn="l">
              <a:defRPr sz="9331" b="1"/>
            </a:lvl1pPr>
          </a:lstStyle>
          <a:p>
            <a:r>
              <a:rPr lang="en-CA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6452236" y="3921760"/>
            <a:ext cx="19751040" cy="26334720"/>
          </a:xfrm>
        </p:spPr>
        <p:txBody>
          <a:bodyPr rtlCol="0">
            <a:normAutofit/>
          </a:bodyPr>
          <a:lstStyle>
            <a:lvl1pPr marL="0" indent="0">
              <a:buNone/>
              <a:defRPr sz="14971"/>
            </a:lvl1pPr>
            <a:lvl2pPr marL="2140975" indent="0">
              <a:buNone/>
              <a:defRPr sz="13125"/>
            </a:lvl2pPr>
            <a:lvl3pPr marL="4281949" indent="0">
              <a:buNone/>
              <a:defRPr sz="11279"/>
            </a:lvl3pPr>
            <a:lvl4pPr marL="6422924" indent="0">
              <a:buNone/>
              <a:defRPr sz="9331"/>
            </a:lvl4pPr>
            <a:lvl5pPr marL="8563899" indent="0">
              <a:buNone/>
              <a:defRPr sz="9331"/>
            </a:lvl5pPr>
            <a:lvl6pPr marL="10704874" indent="0">
              <a:buNone/>
              <a:defRPr sz="9331"/>
            </a:lvl6pPr>
            <a:lvl7pPr marL="12845848" indent="0">
              <a:buNone/>
              <a:defRPr sz="9331"/>
            </a:lvl7pPr>
            <a:lvl8pPr marL="14986823" indent="0">
              <a:buNone/>
              <a:defRPr sz="9331"/>
            </a:lvl8pPr>
            <a:lvl9pPr marL="17127798" indent="0">
              <a:buNone/>
              <a:defRPr sz="9331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452236" y="34350963"/>
            <a:ext cx="19751040" cy="5151117"/>
          </a:xfrm>
        </p:spPr>
        <p:txBody>
          <a:bodyPr/>
          <a:lstStyle>
            <a:lvl1pPr marL="0" indent="0">
              <a:buNone/>
              <a:defRPr sz="6563"/>
            </a:lvl1pPr>
            <a:lvl2pPr marL="2140975" indent="0">
              <a:buNone/>
              <a:defRPr sz="5640"/>
            </a:lvl2pPr>
            <a:lvl3pPr marL="4281949" indent="0">
              <a:buNone/>
              <a:defRPr sz="4717"/>
            </a:lvl3pPr>
            <a:lvl4pPr marL="6422924" indent="0">
              <a:buNone/>
              <a:defRPr sz="4204"/>
            </a:lvl4pPr>
            <a:lvl5pPr marL="8563899" indent="0">
              <a:buNone/>
              <a:defRPr sz="4204"/>
            </a:lvl5pPr>
            <a:lvl6pPr marL="10704874" indent="0">
              <a:buNone/>
              <a:defRPr sz="4204"/>
            </a:lvl6pPr>
            <a:lvl7pPr marL="12845848" indent="0">
              <a:buNone/>
              <a:defRPr sz="4204"/>
            </a:lvl7pPr>
            <a:lvl8pPr marL="14986823" indent="0">
              <a:buNone/>
              <a:defRPr sz="4204"/>
            </a:lvl8pPr>
            <a:lvl9pPr marL="17127798" indent="0">
              <a:buNone/>
              <a:defRPr sz="4204"/>
            </a:lvl9pPr>
          </a:lstStyle>
          <a:p>
            <a:pPr lvl="0"/>
            <a:r>
              <a:rPr lang="en-CA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697F1CB0-680A-DB48-AFB0-2DF953CC8C69}" type="datetime1">
              <a:rPr lang="en-US"/>
              <a:pPr/>
              <a:t>6/27/26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26B82B60-49AA-F04E-912E-3C8CAD579AE8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02699199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CA"/>
              <a:t>Click to edit Master text styles</a:t>
            </a:r>
          </a:p>
          <a:p>
            <a:pPr lvl="1"/>
            <a:r>
              <a:rPr lang="en-CA"/>
              <a:t>Second level</a:t>
            </a:r>
          </a:p>
          <a:p>
            <a:pPr lvl="2"/>
            <a:r>
              <a:rPr lang="en-CA"/>
              <a:t>Third level</a:t>
            </a:r>
          </a:p>
          <a:p>
            <a:pPr lvl="3"/>
            <a:r>
              <a:rPr lang="en-CA"/>
              <a:t>Fourth level</a:t>
            </a:r>
          </a:p>
          <a:p>
            <a:pPr lvl="4"/>
            <a:r>
              <a:rPr lang="en-CA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CE3EC2DE-D5B4-FD4F-AE01-A9167F2BE58E}" type="datetime1">
              <a:rPr lang="en-US"/>
              <a:pPr/>
              <a:t>6/27/26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389E08A8-087B-1541-B621-343E5312DB37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71958303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23865841" y="1757687"/>
            <a:ext cx="7406640" cy="37449760"/>
          </a:xfrm>
        </p:spPr>
        <p:txBody>
          <a:bodyPr vert="eaVert"/>
          <a:lstStyle/>
          <a:p>
            <a:r>
              <a:rPr lang="en-CA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645921" y="1757687"/>
            <a:ext cx="21671280" cy="37449760"/>
          </a:xfrm>
        </p:spPr>
        <p:txBody>
          <a:bodyPr vert="eaVert"/>
          <a:lstStyle/>
          <a:p>
            <a:pPr lvl="0"/>
            <a:r>
              <a:rPr lang="en-CA"/>
              <a:t>Click to edit Master text styles</a:t>
            </a:r>
          </a:p>
          <a:p>
            <a:pPr lvl="1"/>
            <a:r>
              <a:rPr lang="en-CA"/>
              <a:t>Second level</a:t>
            </a:r>
          </a:p>
          <a:p>
            <a:pPr lvl="2"/>
            <a:r>
              <a:rPr lang="en-CA"/>
              <a:t>Third level</a:t>
            </a:r>
          </a:p>
          <a:p>
            <a:pPr lvl="3"/>
            <a:r>
              <a:rPr lang="en-CA"/>
              <a:t>Fourth level</a:t>
            </a:r>
          </a:p>
          <a:p>
            <a:pPr lvl="4"/>
            <a:r>
              <a:rPr lang="en-CA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1AD273D7-0A86-5541-A156-6517C19CCA48}" type="datetime1">
              <a:rPr lang="en-US"/>
              <a:pPr/>
              <a:t>6/27/26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C1CD643E-2289-E447-8426-951749502289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7975245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30.xml"/><Relationship Id="rId3" Type="http://schemas.openxmlformats.org/officeDocument/2006/relationships/slideLayout" Target="../slideLayouts/slideLayout25.xml"/><Relationship Id="rId7" Type="http://schemas.openxmlformats.org/officeDocument/2006/relationships/slideLayout" Target="../slideLayouts/slideLayout29.xml"/><Relationship Id="rId12" Type="http://schemas.openxmlformats.org/officeDocument/2006/relationships/theme" Target="../theme/theme3.xml"/><Relationship Id="rId2" Type="http://schemas.openxmlformats.org/officeDocument/2006/relationships/slideLayout" Target="../slideLayouts/slideLayout24.xml"/><Relationship Id="rId1" Type="http://schemas.openxmlformats.org/officeDocument/2006/relationships/slideLayout" Target="../slideLayouts/slideLayout23.xml"/><Relationship Id="rId6" Type="http://schemas.openxmlformats.org/officeDocument/2006/relationships/slideLayout" Target="../slideLayouts/slideLayout28.xml"/><Relationship Id="rId11" Type="http://schemas.openxmlformats.org/officeDocument/2006/relationships/slideLayout" Target="../slideLayouts/slideLayout33.xml"/><Relationship Id="rId5" Type="http://schemas.openxmlformats.org/officeDocument/2006/relationships/slideLayout" Target="../slideLayouts/slideLayout27.xml"/><Relationship Id="rId10" Type="http://schemas.openxmlformats.org/officeDocument/2006/relationships/slideLayout" Target="../slideLayouts/slideLayout32.xml"/><Relationship Id="rId4" Type="http://schemas.openxmlformats.org/officeDocument/2006/relationships/slideLayout" Target="../slideLayouts/slideLayout26.xml"/><Relationship Id="rId9" Type="http://schemas.openxmlformats.org/officeDocument/2006/relationships/slideLayout" Target="../slideLayouts/slideLayout3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accent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2"/>
          <p:cNvSpPr>
            <a:spLocks noChangeArrowheads="1"/>
          </p:cNvSpPr>
          <p:nvPr/>
        </p:nvSpPr>
        <p:spPr bwMode="auto">
          <a:xfrm>
            <a:off x="1" y="0"/>
            <a:ext cx="32918400" cy="5612760"/>
          </a:xfrm>
          <a:prstGeom prst="rect">
            <a:avLst/>
          </a:prstGeom>
          <a:solidFill>
            <a:schemeClr val="tx1"/>
          </a:solidFill>
          <a:ln w="9525">
            <a:noFill/>
            <a:miter lim="800000"/>
            <a:headEnd/>
            <a:tailEnd/>
          </a:ln>
        </p:spPr>
        <p:txBody>
          <a:bodyPr wrap="none" anchor="ctr"/>
          <a:lstStyle/>
          <a:p>
            <a:pPr>
              <a:defRPr/>
            </a:pPr>
            <a:endParaRPr lang="en-GB" sz="2550">
              <a:latin typeface="Arial Narrow" pitchFamily="27" charset="0"/>
              <a:ea typeface="ＭＳ Ｐゴシック" pitchFamily="27" charset="-128"/>
              <a:cs typeface="ＭＳ Ｐゴシック" pitchFamily="27" charset="-128"/>
            </a:endParaRPr>
          </a:p>
        </p:txBody>
      </p:sp>
      <p:sp>
        <p:nvSpPr>
          <p:cNvPr id="2051" name="Rectangle 3"/>
          <p:cNvSpPr>
            <a:spLocks noChangeArrowheads="1"/>
          </p:cNvSpPr>
          <p:nvPr/>
        </p:nvSpPr>
        <p:spPr bwMode="auto">
          <a:xfrm>
            <a:off x="702524" y="6407141"/>
            <a:ext cx="7480905" cy="36530150"/>
          </a:xfrm>
          <a:prstGeom prst="rect">
            <a:avLst/>
          </a:prstGeom>
          <a:solidFill>
            <a:schemeClr val="bg2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>
              <a:defRPr/>
            </a:pPr>
            <a:endParaRPr lang="en-GB" sz="2550">
              <a:latin typeface="Arial Narrow" pitchFamily="27" charset="0"/>
              <a:ea typeface="ＭＳ Ｐゴシック" pitchFamily="27" charset="-128"/>
              <a:cs typeface="ＭＳ Ｐゴシック" pitchFamily="27" charset="-128"/>
            </a:endParaRPr>
          </a:p>
        </p:txBody>
      </p:sp>
      <p:sp>
        <p:nvSpPr>
          <p:cNvPr id="1028" name="Rectangle 6"/>
          <p:cNvSpPr>
            <a:spLocks noGrp="1" noChangeArrowheads="1"/>
          </p:cNvSpPr>
          <p:nvPr>
            <p:ph type="title"/>
          </p:nvPr>
        </p:nvSpPr>
        <p:spPr bwMode="auto">
          <a:xfrm>
            <a:off x="719785" y="1697828"/>
            <a:ext cx="31444312" cy="293497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="" xmlns:ma14="http://schemas.microsoft.com/office/mac/drawingml/2011/main" val="1"/>
            </a:ext>
          </a:extLst>
        </p:spPr>
        <p:txBody>
          <a:bodyPr vert="horz" wrap="square" lIns="74857" tIns="37421" rIns="74857" bIns="37421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1029" name="Rectangle 7"/>
          <p:cNvSpPr>
            <a:spLocks noGrp="1" noChangeArrowheads="1"/>
          </p:cNvSpPr>
          <p:nvPr>
            <p:ph type="body" idx="1"/>
          </p:nvPr>
        </p:nvSpPr>
        <p:spPr bwMode="auto">
          <a:xfrm>
            <a:off x="702524" y="6423420"/>
            <a:ext cx="7480905" cy="36530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="" xmlns:ma14="http://schemas.microsoft.com/office/mac/drawingml/2011/main" val="1"/>
            </a:ext>
          </a:extLst>
        </p:spPr>
        <p:txBody>
          <a:bodyPr vert="horz" wrap="square" lIns="374346" tIns="374346" rIns="374346" bIns="374346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2054" name="Rectangle 8"/>
          <p:cNvSpPr>
            <a:spLocks noChangeArrowheads="1"/>
          </p:cNvSpPr>
          <p:nvPr/>
        </p:nvSpPr>
        <p:spPr bwMode="auto">
          <a:xfrm>
            <a:off x="1" y="3"/>
            <a:ext cx="32918400" cy="43891200"/>
          </a:xfrm>
          <a:prstGeom prst="rect">
            <a:avLst/>
          </a:prstGeom>
          <a:noFill/>
          <a:ln w="3175">
            <a:noFill/>
            <a:miter lim="800000"/>
            <a:headEnd/>
            <a:tailEnd/>
          </a:ln>
        </p:spPr>
        <p:txBody>
          <a:bodyPr wrap="none" anchor="ctr"/>
          <a:lstStyle/>
          <a:p>
            <a:pPr>
              <a:defRPr/>
            </a:pPr>
            <a:endParaRPr lang="en-GB" sz="2550">
              <a:latin typeface="Arial Narrow" pitchFamily="27" charset="0"/>
              <a:ea typeface="ＭＳ Ｐゴシック" pitchFamily="27" charset="-128"/>
              <a:cs typeface="ＭＳ Ｐゴシック" pitchFamily="27" charset="-128"/>
            </a:endParaRPr>
          </a:p>
        </p:txBody>
      </p:sp>
      <p:sp>
        <p:nvSpPr>
          <p:cNvPr id="2055" name="Rectangle 9"/>
          <p:cNvSpPr>
            <a:spLocks noChangeArrowheads="1"/>
          </p:cNvSpPr>
          <p:nvPr/>
        </p:nvSpPr>
        <p:spPr bwMode="auto">
          <a:xfrm>
            <a:off x="8618406" y="6407141"/>
            <a:ext cx="15572848" cy="36530150"/>
          </a:xfrm>
          <a:prstGeom prst="rect">
            <a:avLst/>
          </a:prstGeom>
          <a:solidFill>
            <a:schemeClr val="bg2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>
              <a:defRPr/>
            </a:pPr>
            <a:endParaRPr lang="en-GB" sz="2550">
              <a:latin typeface="Arial Narrow" pitchFamily="27" charset="0"/>
              <a:ea typeface="ＭＳ Ｐゴシック" pitchFamily="27" charset="-128"/>
              <a:cs typeface="ＭＳ Ｐゴシック" pitchFamily="27" charset="-128"/>
            </a:endParaRPr>
          </a:p>
        </p:txBody>
      </p:sp>
      <p:sp>
        <p:nvSpPr>
          <p:cNvPr id="2056" name="Rectangle 11"/>
          <p:cNvSpPr>
            <a:spLocks noChangeArrowheads="1"/>
          </p:cNvSpPr>
          <p:nvPr/>
        </p:nvSpPr>
        <p:spPr bwMode="auto">
          <a:xfrm>
            <a:off x="24678013" y="6407141"/>
            <a:ext cx="7486083" cy="36530150"/>
          </a:xfrm>
          <a:prstGeom prst="rect">
            <a:avLst/>
          </a:prstGeom>
          <a:solidFill>
            <a:schemeClr val="bg2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>
              <a:defRPr/>
            </a:pPr>
            <a:endParaRPr lang="en-GB" sz="2550">
              <a:latin typeface="Arial Narrow" pitchFamily="27" charset="0"/>
              <a:ea typeface="ＭＳ Ｐゴシック" pitchFamily="27" charset="-128"/>
              <a:cs typeface="ＭＳ Ｐゴシック" pitchFamily="27" charset="-128"/>
            </a:endParaRPr>
          </a:p>
        </p:txBody>
      </p:sp>
      <p:sp>
        <p:nvSpPr>
          <p:cNvPr id="2057" name="Text Box 14"/>
          <p:cNvSpPr txBox="1">
            <a:spLocks noChangeArrowheads="1"/>
          </p:cNvSpPr>
          <p:nvPr userDrawn="1"/>
        </p:nvSpPr>
        <p:spPr bwMode="auto">
          <a:xfrm>
            <a:off x="702521" y="43334483"/>
            <a:ext cx="3597187" cy="166911"/>
          </a:xfrm>
          <a:prstGeom prst="rect">
            <a:avLst/>
          </a:prstGeom>
          <a:noFill/>
          <a:ln>
            <a:noFill/>
          </a:ln>
        </p:spPr>
        <p:txBody>
          <a:bodyPr lIns="76759" tIns="38372" rIns="76759" bIns="38372">
            <a:spAutoFit/>
          </a:bodyPr>
          <a:lstStyle>
            <a:lvl1pPr defTabSz="749300" eaLnBrk="0" hangingPunct="0">
              <a:defRPr sz="2400">
                <a:solidFill>
                  <a:schemeClr val="tx1"/>
                </a:solidFill>
                <a:latin typeface="Arial Narrow" pitchFamily="34" charset="0"/>
                <a:ea typeface="ＭＳ Ｐゴシック"/>
                <a:cs typeface="ＭＳ Ｐゴシック"/>
              </a:defRPr>
            </a:lvl1pPr>
            <a:lvl2pPr marL="742950" indent="-285750" defTabSz="749300" eaLnBrk="0" hangingPunct="0">
              <a:defRPr sz="2400">
                <a:solidFill>
                  <a:schemeClr val="tx1"/>
                </a:solidFill>
                <a:latin typeface="Arial Narrow" pitchFamily="34" charset="0"/>
                <a:ea typeface="ＭＳ Ｐゴシック"/>
                <a:cs typeface="ＭＳ Ｐゴシック"/>
              </a:defRPr>
            </a:lvl2pPr>
            <a:lvl3pPr marL="1143000" indent="-228600" defTabSz="749300" eaLnBrk="0" hangingPunct="0">
              <a:defRPr sz="2400">
                <a:solidFill>
                  <a:schemeClr val="tx1"/>
                </a:solidFill>
                <a:latin typeface="Arial Narrow" pitchFamily="34" charset="0"/>
                <a:ea typeface="ＭＳ Ｐゴシック"/>
                <a:cs typeface="ＭＳ Ｐゴシック"/>
              </a:defRPr>
            </a:lvl3pPr>
            <a:lvl4pPr marL="1600200" indent="-228600" defTabSz="749300" eaLnBrk="0" hangingPunct="0">
              <a:defRPr sz="2400">
                <a:solidFill>
                  <a:schemeClr val="tx1"/>
                </a:solidFill>
                <a:latin typeface="Arial Narrow" pitchFamily="34" charset="0"/>
                <a:ea typeface="ＭＳ Ｐゴシック"/>
                <a:cs typeface="ＭＳ Ｐゴシック"/>
              </a:defRPr>
            </a:lvl4pPr>
            <a:lvl5pPr marL="2057400" indent="-228600" defTabSz="749300" eaLnBrk="0" hangingPunct="0">
              <a:defRPr sz="2400">
                <a:solidFill>
                  <a:schemeClr val="tx1"/>
                </a:solidFill>
                <a:latin typeface="Arial Narrow" pitchFamily="34" charset="0"/>
                <a:ea typeface="ＭＳ Ｐゴシック"/>
                <a:cs typeface="ＭＳ Ｐゴシック"/>
              </a:defRPr>
            </a:lvl5pPr>
            <a:lvl6pPr marL="2514600" indent="-228600" defTabSz="7493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 Narrow" pitchFamily="34" charset="0"/>
                <a:ea typeface="ＭＳ Ｐゴシック"/>
                <a:cs typeface="ＭＳ Ｐゴシック"/>
              </a:defRPr>
            </a:lvl6pPr>
            <a:lvl7pPr marL="2971800" indent="-228600" defTabSz="7493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 Narrow" pitchFamily="34" charset="0"/>
                <a:ea typeface="ＭＳ Ｐゴシック"/>
                <a:cs typeface="ＭＳ Ｐゴシック"/>
              </a:defRPr>
            </a:lvl7pPr>
            <a:lvl8pPr marL="3429000" indent="-228600" defTabSz="7493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 Narrow" pitchFamily="34" charset="0"/>
                <a:ea typeface="ＭＳ Ｐゴシック"/>
                <a:cs typeface="ＭＳ Ｐゴシック"/>
              </a:defRPr>
            </a:lvl8pPr>
            <a:lvl9pPr marL="3886200" indent="-228600" defTabSz="7493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 Narrow" pitchFamily="34" charset="0"/>
                <a:ea typeface="ＭＳ Ｐゴシック"/>
                <a:cs typeface="ＭＳ Ｐゴシック"/>
              </a:defRPr>
            </a:lvl9pPr>
          </a:lstStyle>
          <a:p>
            <a:pPr>
              <a:lnSpc>
                <a:spcPct val="65000"/>
              </a:lnSpc>
              <a:spcBef>
                <a:spcPct val="50000"/>
              </a:spcBef>
              <a:defRPr/>
            </a:pPr>
            <a:r>
              <a:rPr lang="en-US" sz="820" b="1">
                <a:latin typeface="Arial" pitchFamily="34" charset="0"/>
              </a:rPr>
              <a:t>Poster template by ResearchPosters.co.za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86" r:id="rId1"/>
    <p:sldLayoutId id="2147483687" r:id="rId2"/>
    <p:sldLayoutId id="2147483688" r:id="rId3"/>
    <p:sldLayoutId id="2147483689" r:id="rId4"/>
    <p:sldLayoutId id="2147483690" r:id="rId5"/>
    <p:sldLayoutId id="2147483691" r:id="rId6"/>
    <p:sldLayoutId id="2147483692" r:id="rId7"/>
    <p:sldLayoutId id="2147483693" r:id="rId8"/>
    <p:sldLayoutId id="2147483694" r:id="rId9"/>
    <p:sldLayoutId id="2147483695" r:id="rId10"/>
    <p:sldLayoutId id="2147483696" r:id="rId11"/>
  </p:sldLayoutIdLst>
  <p:txStyles>
    <p:titleStyle>
      <a:lvl1pPr algn="ctr" defTabSz="768332" rtl="0" eaLnBrk="0" fontAlgn="base" hangingPunct="0">
        <a:spcBef>
          <a:spcPct val="0"/>
        </a:spcBef>
        <a:spcAft>
          <a:spcPct val="0"/>
        </a:spcAft>
        <a:defRPr sz="7280">
          <a:solidFill>
            <a:schemeClr val="bg1"/>
          </a:solidFill>
          <a:latin typeface="+mj-lt"/>
          <a:ea typeface="ＭＳ Ｐゴシック" charset="-128"/>
          <a:cs typeface="ＭＳ Ｐゴシック" charset="-128"/>
        </a:defRPr>
      </a:lvl1pPr>
      <a:lvl2pPr algn="ctr" defTabSz="768332" rtl="0" eaLnBrk="0" fontAlgn="base" hangingPunct="0">
        <a:spcBef>
          <a:spcPct val="0"/>
        </a:spcBef>
        <a:spcAft>
          <a:spcPct val="0"/>
        </a:spcAft>
        <a:defRPr sz="7280">
          <a:solidFill>
            <a:schemeClr val="bg1"/>
          </a:solidFill>
          <a:latin typeface="Arial Black" charset="0"/>
          <a:ea typeface="ＭＳ Ｐゴシック" charset="-128"/>
          <a:cs typeface="ＭＳ Ｐゴシック" charset="-128"/>
        </a:defRPr>
      </a:lvl2pPr>
      <a:lvl3pPr algn="ctr" defTabSz="768332" rtl="0" eaLnBrk="0" fontAlgn="base" hangingPunct="0">
        <a:spcBef>
          <a:spcPct val="0"/>
        </a:spcBef>
        <a:spcAft>
          <a:spcPct val="0"/>
        </a:spcAft>
        <a:defRPr sz="7280">
          <a:solidFill>
            <a:schemeClr val="bg1"/>
          </a:solidFill>
          <a:latin typeface="Arial Black" charset="0"/>
          <a:ea typeface="ＭＳ Ｐゴシック" charset="-128"/>
          <a:cs typeface="ＭＳ Ｐゴシック" charset="-128"/>
        </a:defRPr>
      </a:lvl3pPr>
      <a:lvl4pPr algn="ctr" defTabSz="768332" rtl="0" eaLnBrk="0" fontAlgn="base" hangingPunct="0">
        <a:spcBef>
          <a:spcPct val="0"/>
        </a:spcBef>
        <a:spcAft>
          <a:spcPct val="0"/>
        </a:spcAft>
        <a:defRPr sz="7280">
          <a:solidFill>
            <a:schemeClr val="bg1"/>
          </a:solidFill>
          <a:latin typeface="Arial Black" charset="0"/>
          <a:ea typeface="ＭＳ Ｐゴシック" charset="-128"/>
          <a:cs typeface="ＭＳ Ｐゴシック" charset="-128"/>
        </a:defRPr>
      </a:lvl4pPr>
      <a:lvl5pPr algn="ctr" defTabSz="768332" rtl="0" eaLnBrk="0" fontAlgn="base" hangingPunct="0">
        <a:spcBef>
          <a:spcPct val="0"/>
        </a:spcBef>
        <a:spcAft>
          <a:spcPct val="0"/>
        </a:spcAft>
        <a:defRPr sz="7280">
          <a:solidFill>
            <a:schemeClr val="bg1"/>
          </a:solidFill>
          <a:latin typeface="Arial Black" charset="0"/>
          <a:ea typeface="ＭＳ Ｐゴシック" charset="-128"/>
          <a:cs typeface="ＭＳ Ｐゴシック" charset="-128"/>
        </a:defRPr>
      </a:lvl5pPr>
      <a:lvl6pPr marL="468813" algn="ctr" defTabSz="768332" rtl="0" fontAlgn="base">
        <a:spcBef>
          <a:spcPct val="0"/>
        </a:spcBef>
        <a:spcAft>
          <a:spcPct val="0"/>
        </a:spcAft>
        <a:defRPr sz="7280">
          <a:solidFill>
            <a:schemeClr val="tx2"/>
          </a:solidFill>
          <a:latin typeface="Arial Black" charset="0"/>
        </a:defRPr>
      </a:lvl6pPr>
      <a:lvl7pPr marL="937626" algn="ctr" defTabSz="768332" rtl="0" fontAlgn="base">
        <a:spcBef>
          <a:spcPct val="0"/>
        </a:spcBef>
        <a:spcAft>
          <a:spcPct val="0"/>
        </a:spcAft>
        <a:defRPr sz="7280">
          <a:solidFill>
            <a:schemeClr val="tx2"/>
          </a:solidFill>
          <a:latin typeface="Arial Black" charset="0"/>
        </a:defRPr>
      </a:lvl7pPr>
      <a:lvl8pPr marL="1406439" algn="ctr" defTabSz="768332" rtl="0" fontAlgn="base">
        <a:spcBef>
          <a:spcPct val="0"/>
        </a:spcBef>
        <a:spcAft>
          <a:spcPct val="0"/>
        </a:spcAft>
        <a:defRPr sz="7280">
          <a:solidFill>
            <a:schemeClr val="tx2"/>
          </a:solidFill>
          <a:latin typeface="Arial Black" charset="0"/>
        </a:defRPr>
      </a:lvl8pPr>
      <a:lvl9pPr marL="1875252" algn="ctr" defTabSz="768332" rtl="0" fontAlgn="base">
        <a:spcBef>
          <a:spcPct val="0"/>
        </a:spcBef>
        <a:spcAft>
          <a:spcPct val="0"/>
        </a:spcAft>
        <a:defRPr sz="7280">
          <a:solidFill>
            <a:schemeClr val="tx2"/>
          </a:solidFill>
          <a:latin typeface="Arial Black" charset="0"/>
        </a:defRPr>
      </a:lvl9pPr>
    </p:titleStyle>
    <p:bodyStyle>
      <a:lvl1pPr marL="288125" indent="-288125" algn="l" defTabSz="768332" rtl="0" eaLnBrk="0" fontAlgn="base" hangingPunct="0">
        <a:spcBef>
          <a:spcPct val="20000"/>
        </a:spcBef>
        <a:spcAft>
          <a:spcPct val="0"/>
        </a:spcAft>
        <a:buChar char="•"/>
        <a:defRPr sz="2461">
          <a:solidFill>
            <a:schemeClr val="tx2"/>
          </a:solidFill>
          <a:latin typeface="+mn-lt"/>
          <a:ea typeface="ＭＳ Ｐゴシック" charset="-128"/>
          <a:cs typeface="ＭＳ Ｐゴシック" charset="-128"/>
        </a:defRPr>
      </a:lvl1pPr>
      <a:lvl2pPr marL="621828" indent="-237662" algn="l" defTabSz="768332" rtl="0" eaLnBrk="0" fontAlgn="base" hangingPunct="0">
        <a:spcBef>
          <a:spcPct val="20000"/>
        </a:spcBef>
        <a:spcAft>
          <a:spcPct val="0"/>
        </a:spcAft>
        <a:buChar char="–"/>
        <a:defRPr sz="2461">
          <a:solidFill>
            <a:schemeClr val="tx2"/>
          </a:solidFill>
          <a:latin typeface="+mn-lt"/>
          <a:ea typeface="ＭＳ Ｐゴシック" charset="-128"/>
          <a:cs typeface="ＭＳ Ｐゴシック"/>
        </a:defRPr>
      </a:lvl2pPr>
      <a:lvl3pPr marL="962044" indent="-193711" algn="l" defTabSz="768332" rtl="0" eaLnBrk="0" fontAlgn="base" hangingPunct="0">
        <a:spcBef>
          <a:spcPct val="20000"/>
        </a:spcBef>
        <a:spcAft>
          <a:spcPct val="0"/>
        </a:spcAft>
        <a:buChar char="•"/>
        <a:defRPr sz="2051">
          <a:solidFill>
            <a:schemeClr val="tx1"/>
          </a:solidFill>
          <a:latin typeface="+mn-lt"/>
          <a:ea typeface="ＭＳ Ｐゴシック" charset="-128"/>
          <a:cs typeface="ＭＳ Ｐゴシック"/>
        </a:defRPr>
      </a:lvl3pPr>
      <a:lvl4pPr marL="1346210" indent="-192083" algn="l" defTabSz="768332" rtl="0" eaLnBrk="0" fontAlgn="base" hangingPunct="0">
        <a:spcBef>
          <a:spcPct val="20000"/>
        </a:spcBef>
        <a:spcAft>
          <a:spcPct val="0"/>
        </a:spcAft>
        <a:buChar char="–"/>
        <a:defRPr sz="1641">
          <a:solidFill>
            <a:schemeClr val="tx1"/>
          </a:solidFill>
          <a:latin typeface="+mn-lt"/>
          <a:ea typeface="ＭＳ Ｐゴシック" charset="-128"/>
          <a:cs typeface="ＭＳ Ｐゴシック"/>
        </a:defRPr>
      </a:lvl4pPr>
      <a:lvl5pPr marL="1730376" indent="-192083" algn="l" defTabSz="768332" rtl="0" eaLnBrk="0" fontAlgn="base" hangingPunct="0">
        <a:spcBef>
          <a:spcPct val="20000"/>
        </a:spcBef>
        <a:spcAft>
          <a:spcPct val="0"/>
        </a:spcAft>
        <a:buChar char="»"/>
        <a:defRPr sz="1641">
          <a:solidFill>
            <a:schemeClr val="tx1"/>
          </a:solidFill>
          <a:latin typeface="+mn-lt"/>
          <a:ea typeface="ＭＳ Ｐゴシック" charset="-128"/>
          <a:cs typeface="ＭＳ Ｐゴシック"/>
        </a:defRPr>
      </a:lvl5pPr>
      <a:lvl6pPr marL="2199189" indent="-192083" algn="l" defTabSz="768332" rtl="0" fontAlgn="base">
        <a:spcBef>
          <a:spcPct val="20000"/>
        </a:spcBef>
        <a:spcAft>
          <a:spcPct val="0"/>
        </a:spcAft>
        <a:buChar char="»"/>
        <a:defRPr sz="1641">
          <a:solidFill>
            <a:schemeClr val="tx1"/>
          </a:solidFill>
          <a:latin typeface="+mn-lt"/>
          <a:ea typeface="ＭＳ Ｐゴシック" charset="-128"/>
        </a:defRPr>
      </a:lvl6pPr>
      <a:lvl7pPr marL="2668002" indent="-192083" algn="l" defTabSz="768332" rtl="0" fontAlgn="base">
        <a:spcBef>
          <a:spcPct val="20000"/>
        </a:spcBef>
        <a:spcAft>
          <a:spcPct val="0"/>
        </a:spcAft>
        <a:buChar char="»"/>
        <a:defRPr sz="1641">
          <a:solidFill>
            <a:schemeClr val="tx1"/>
          </a:solidFill>
          <a:latin typeface="+mn-lt"/>
          <a:ea typeface="ＭＳ Ｐゴシック" charset="-128"/>
        </a:defRPr>
      </a:lvl7pPr>
      <a:lvl8pPr marL="3136814" indent="-192083" algn="l" defTabSz="768332" rtl="0" fontAlgn="base">
        <a:spcBef>
          <a:spcPct val="20000"/>
        </a:spcBef>
        <a:spcAft>
          <a:spcPct val="0"/>
        </a:spcAft>
        <a:buChar char="»"/>
        <a:defRPr sz="1641">
          <a:solidFill>
            <a:schemeClr val="tx1"/>
          </a:solidFill>
          <a:latin typeface="+mn-lt"/>
          <a:ea typeface="ＭＳ Ｐゴシック" charset="-128"/>
        </a:defRPr>
      </a:lvl8pPr>
      <a:lvl9pPr marL="3605627" indent="-192083" algn="l" defTabSz="768332" rtl="0" fontAlgn="base">
        <a:spcBef>
          <a:spcPct val="20000"/>
        </a:spcBef>
        <a:spcAft>
          <a:spcPct val="0"/>
        </a:spcAft>
        <a:buChar char="»"/>
        <a:defRPr sz="1641">
          <a:solidFill>
            <a:schemeClr val="tx1"/>
          </a:solidFill>
          <a:latin typeface="+mn-lt"/>
          <a:ea typeface="ＭＳ Ｐゴシック" charset="-128"/>
        </a:defRPr>
      </a:lvl9pPr>
    </p:bodyStyle>
    <p:otherStyle>
      <a:defPPr>
        <a:defRPr lang="en-GB"/>
      </a:defPPr>
      <a:lvl1pPr marL="0" algn="l" defTabSz="468813" rtl="0" eaLnBrk="1" latinLnBrk="0" hangingPunct="1">
        <a:defRPr sz="1846" kern="1200">
          <a:solidFill>
            <a:schemeClr val="tx1"/>
          </a:solidFill>
          <a:latin typeface="+mn-lt"/>
          <a:ea typeface="+mn-ea"/>
          <a:cs typeface="+mn-cs"/>
        </a:defRPr>
      </a:lvl1pPr>
      <a:lvl2pPr marL="468813" algn="l" defTabSz="468813" rtl="0" eaLnBrk="1" latinLnBrk="0" hangingPunct="1">
        <a:defRPr sz="1846" kern="1200">
          <a:solidFill>
            <a:schemeClr val="tx1"/>
          </a:solidFill>
          <a:latin typeface="+mn-lt"/>
          <a:ea typeface="+mn-ea"/>
          <a:cs typeface="+mn-cs"/>
        </a:defRPr>
      </a:lvl2pPr>
      <a:lvl3pPr marL="937626" algn="l" defTabSz="468813" rtl="0" eaLnBrk="1" latinLnBrk="0" hangingPunct="1">
        <a:defRPr sz="1846" kern="1200">
          <a:solidFill>
            <a:schemeClr val="tx1"/>
          </a:solidFill>
          <a:latin typeface="+mn-lt"/>
          <a:ea typeface="+mn-ea"/>
          <a:cs typeface="+mn-cs"/>
        </a:defRPr>
      </a:lvl3pPr>
      <a:lvl4pPr marL="1406439" algn="l" defTabSz="468813" rtl="0" eaLnBrk="1" latinLnBrk="0" hangingPunct="1">
        <a:defRPr sz="1846" kern="1200">
          <a:solidFill>
            <a:schemeClr val="tx1"/>
          </a:solidFill>
          <a:latin typeface="+mn-lt"/>
          <a:ea typeface="+mn-ea"/>
          <a:cs typeface="+mn-cs"/>
        </a:defRPr>
      </a:lvl4pPr>
      <a:lvl5pPr marL="1875252" algn="l" defTabSz="468813" rtl="0" eaLnBrk="1" latinLnBrk="0" hangingPunct="1">
        <a:defRPr sz="1846" kern="1200">
          <a:solidFill>
            <a:schemeClr val="tx1"/>
          </a:solidFill>
          <a:latin typeface="+mn-lt"/>
          <a:ea typeface="+mn-ea"/>
          <a:cs typeface="+mn-cs"/>
        </a:defRPr>
      </a:lvl5pPr>
      <a:lvl6pPr marL="2344064" algn="l" defTabSz="468813" rtl="0" eaLnBrk="1" latinLnBrk="0" hangingPunct="1">
        <a:defRPr sz="1846" kern="1200">
          <a:solidFill>
            <a:schemeClr val="tx1"/>
          </a:solidFill>
          <a:latin typeface="+mn-lt"/>
          <a:ea typeface="+mn-ea"/>
          <a:cs typeface="+mn-cs"/>
        </a:defRPr>
      </a:lvl6pPr>
      <a:lvl7pPr marL="2812877" algn="l" defTabSz="468813" rtl="0" eaLnBrk="1" latinLnBrk="0" hangingPunct="1">
        <a:defRPr sz="1846" kern="1200">
          <a:solidFill>
            <a:schemeClr val="tx1"/>
          </a:solidFill>
          <a:latin typeface="+mn-lt"/>
          <a:ea typeface="+mn-ea"/>
          <a:cs typeface="+mn-cs"/>
        </a:defRPr>
      </a:lvl7pPr>
      <a:lvl8pPr marL="3281690" algn="l" defTabSz="468813" rtl="0" eaLnBrk="1" latinLnBrk="0" hangingPunct="1">
        <a:defRPr sz="1846" kern="1200">
          <a:solidFill>
            <a:schemeClr val="tx1"/>
          </a:solidFill>
          <a:latin typeface="+mn-lt"/>
          <a:ea typeface="+mn-ea"/>
          <a:cs typeface="+mn-cs"/>
        </a:defRPr>
      </a:lvl8pPr>
      <a:lvl9pPr marL="3750503" algn="l" defTabSz="468813" rtl="0" eaLnBrk="1" latinLnBrk="0" hangingPunct="1">
        <a:defRPr sz="1846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accent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2"/>
          <p:cNvSpPr>
            <a:spLocks noChangeArrowheads="1"/>
          </p:cNvSpPr>
          <p:nvPr/>
        </p:nvSpPr>
        <p:spPr bwMode="auto">
          <a:xfrm>
            <a:off x="1" y="0"/>
            <a:ext cx="32918400" cy="5612760"/>
          </a:xfrm>
          <a:prstGeom prst="rect">
            <a:avLst/>
          </a:prstGeom>
          <a:solidFill>
            <a:schemeClr val="tx1"/>
          </a:solidFill>
          <a:ln w="9525">
            <a:noFill/>
            <a:miter lim="800000"/>
            <a:headEnd/>
            <a:tailEnd/>
          </a:ln>
        </p:spPr>
        <p:txBody>
          <a:bodyPr wrap="none" anchor="ctr"/>
          <a:lstStyle/>
          <a:p>
            <a:pPr>
              <a:defRPr/>
            </a:pPr>
            <a:endParaRPr lang="en-GB" sz="2550">
              <a:latin typeface="Arial Narrow" pitchFamily="27" charset="0"/>
              <a:ea typeface="ＭＳ Ｐゴシック" pitchFamily="27" charset="-128"/>
              <a:cs typeface="ＭＳ Ｐゴシック" pitchFamily="27" charset="-128"/>
            </a:endParaRPr>
          </a:p>
        </p:txBody>
      </p:sp>
      <p:sp>
        <p:nvSpPr>
          <p:cNvPr id="3075" name="Rectangle 3"/>
          <p:cNvSpPr>
            <a:spLocks noChangeArrowheads="1"/>
          </p:cNvSpPr>
          <p:nvPr/>
        </p:nvSpPr>
        <p:spPr bwMode="auto">
          <a:xfrm>
            <a:off x="519558" y="6407141"/>
            <a:ext cx="31775722" cy="36530150"/>
          </a:xfrm>
          <a:prstGeom prst="rect">
            <a:avLst/>
          </a:prstGeom>
          <a:solidFill>
            <a:schemeClr val="bg2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>
              <a:defRPr/>
            </a:pPr>
            <a:endParaRPr lang="en-GB" sz="2550">
              <a:latin typeface="Arial Narrow" pitchFamily="27" charset="0"/>
              <a:ea typeface="ＭＳ Ｐゴシック" pitchFamily="27" charset="-128"/>
              <a:cs typeface="ＭＳ Ｐゴシック" pitchFamily="27" charset="-128"/>
            </a:endParaRPr>
          </a:p>
        </p:txBody>
      </p:sp>
      <p:sp>
        <p:nvSpPr>
          <p:cNvPr id="13316" name="Rectangle 6"/>
          <p:cNvSpPr>
            <a:spLocks noGrp="1" noChangeArrowheads="1"/>
          </p:cNvSpPr>
          <p:nvPr>
            <p:ph type="title"/>
          </p:nvPr>
        </p:nvSpPr>
        <p:spPr bwMode="auto">
          <a:xfrm>
            <a:off x="719785" y="1697828"/>
            <a:ext cx="31444312" cy="293497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="" xmlns:ma14="http://schemas.microsoft.com/office/mac/drawingml/2011/main" val="1"/>
            </a:ext>
          </a:extLst>
        </p:spPr>
        <p:txBody>
          <a:bodyPr vert="horz" wrap="square" lIns="74857" tIns="37421" rIns="74857" bIns="37421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13317" name="Rectangle 7"/>
          <p:cNvSpPr>
            <a:spLocks noGrp="1" noChangeArrowheads="1"/>
          </p:cNvSpPr>
          <p:nvPr>
            <p:ph type="body" idx="1"/>
          </p:nvPr>
        </p:nvSpPr>
        <p:spPr bwMode="auto">
          <a:xfrm>
            <a:off x="519558" y="6407141"/>
            <a:ext cx="31644539" cy="36530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="" xmlns:ma14="http://schemas.microsoft.com/office/mac/drawingml/2011/main" val="1"/>
            </a:ext>
          </a:extLst>
        </p:spPr>
        <p:txBody>
          <a:bodyPr vert="horz" wrap="square" lIns="374346" tIns="374346" rIns="374346" bIns="374346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3078" name="Rectangle 8"/>
          <p:cNvSpPr>
            <a:spLocks noChangeArrowheads="1"/>
          </p:cNvSpPr>
          <p:nvPr/>
        </p:nvSpPr>
        <p:spPr bwMode="auto">
          <a:xfrm>
            <a:off x="1" y="3"/>
            <a:ext cx="32918400" cy="43891200"/>
          </a:xfrm>
          <a:prstGeom prst="rect">
            <a:avLst/>
          </a:prstGeom>
          <a:noFill/>
          <a:ln w="3175">
            <a:noFill/>
            <a:miter lim="800000"/>
            <a:headEnd/>
            <a:tailEnd/>
          </a:ln>
        </p:spPr>
        <p:txBody>
          <a:bodyPr wrap="none" anchor="ctr"/>
          <a:lstStyle/>
          <a:p>
            <a:pPr>
              <a:defRPr/>
            </a:pPr>
            <a:endParaRPr lang="en-GB" sz="2550">
              <a:latin typeface="Arial Narrow" pitchFamily="27" charset="0"/>
              <a:ea typeface="ＭＳ Ｐゴシック" pitchFamily="27" charset="-128"/>
              <a:cs typeface="ＭＳ Ｐゴシック" pitchFamily="27" charset="-128"/>
            </a:endParaRPr>
          </a:p>
        </p:txBody>
      </p:sp>
      <p:sp>
        <p:nvSpPr>
          <p:cNvPr id="3079" name="Text Box 14"/>
          <p:cNvSpPr txBox="1">
            <a:spLocks noChangeArrowheads="1"/>
          </p:cNvSpPr>
          <p:nvPr userDrawn="1"/>
        </p:nvSpPr>
        <p:spPr bwMode="auto">
          <a:xfrm>
            <a:off x="519555" y="43318204"/>
            <a:ext cx="3597187" cy="166911"/>
          </a:xfrm>
          <a:prstGeom prst="rect">
            <a:avLst/>
          </a:prstGeom>
          <a:noFill/>
          <a:ln>
            <a:noFill/>
          </a:ln>
        </p:spPr>
        <p:txBody>
          <a:bodyPr lIns="76759" tIns="38372" rIns="76759" bIns="38372">
            <a:spAutoFit/>
          </a:bodyPr>
          <a:lstStyle>
            <a:lvl1pPr defTabSz="749300" eaLnBrk="0" hangingPunct="0">
              <a:defRPr sz="2400">
                <a:solidFill>
                  <a:schemeClr val="tx1"/>
                </a:solidFill>
                <a:latin typeface="Arial Narrow" pitchFamily="34" charset="0"/>
                <a:ea typeface="ＭＳ Ｐゴシック"/>
                <a:cs typeface="ＭＳ Ｐゴシック"/>
              </a:defRPr>
            </a:lvl1pPr>
            <a:lvl2pPr marL="742950" indent="-285750" defTabSz="749300" eaLnBrk="0" hangingPunct="0">
              <a:defRPr sz="2400">
                <a:solidFill>
                  <a:schemeClr val="tx1"/>
                </a:solidFill>
                <a:latin typeface="Arial Narrow" pitchFamily="34" charset="0"/>
                <a:ea typeface="ＭＳ Ｐゴシック"/>
                <a:cs typeface="ＭＳ Ｐゴシック"/>
              </a:defRPr>
            </a:lvl2pPr>
            <a:lvl3pPr marL="1143000" indent="-228600" defTabSz="749300" eaLnBrk="0" hangingPunct="0">
              <a:defRPr sz="2400">
                <a:solidFill>
                  <a:schemeClr val="tx1"/>
                </a:solidFill>
                <a:latin typeface="Arial Narrow" pitchFamily="34" charset="0"/>
                <a:ea typeface="ＭＳ Ｐゴシック"/>
                <a:cs typeface="ＭＳ Ｐゴシック"/>
              </a:defRPr>
            </a:lvl3pPr>
            <a:lvl4pPr marL="1600200" indent="-228600" defTabSz="749300" eaLnBrk="0" hangingPunct="0">
              <a:defRPr sz="2400">
                <a:solidFill>
                  <a:schemeClr val="tx1"/>
                </a:solidFill>
                <a:latin typeface="Arial Narrow" pitchFamily="34" charset="0"/>
                <a:ea typeface="ＭＳ Ｐゴシック"/>
                <a:cs typeface="ＭＳ Ｐゴシック"/>
              </a:defRPr>
            </a:lvl4pPr>
            <a:lvl5pPr marL="2057400" indent="-228600" defTabSz="749300" eaLnBrk="0" hangingPunct="0">
              <a:defRPr sz="2400">
                <a:solidFill>
                  <a:schemeClr val="tx1"/>
                </a:solidFill>
                <a:latin typeface="Arial Narrow" pitchFamily="34" charset="0"/>
                <a:ea typeface="ＭＳ Ｐゴシック"/>
                <a:cs typeface="ＭＳ Ｐゴシック"/>
              </a:defRPr>
            </a:lvl5pPr>
            <a:lvl6pPr marL="2514600" indent="-228600" defTabSz="7493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 Narrow" pitchFamily="34" charset="0"/>
                <a:ea typeface="ＭＳ Ｐゴシック"/>
                <a:cs typeface="ＭＳ Ｐゴシック"/>
              </a:defRPr>
            </a:lvl6pPr>
            <a:lvl7pPr marL="2971800" indent="-228600" defTabSz="7493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 Narrow" pitchFamily="34" charset="0"/>
                <a:ea typeface="ＭＳ Ｐゴシック"/>
                <a:cs typeface="ＭＳ Ｐゴシック"/>
              </a:defRPr>
            </a:lvl7pPr>
            <a:lvl8pPr marL="3429000" indent="-228600" defTabSz="7493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 Narrow" pitchFamily="34" charset="0"/>
                <a:ea typeface="ＭＳ Ｐゴシック"/>
                <a:cs typeface="ＭＳ Ｐゴシック"/>
              </a:defRPr>
            </a:lvl8pPr>
            <a:lvl9pPr marL="3886200" indent="-228600" defTabSz="7493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 Narrow" pitchFamily="34" charset="0"/>
                <a:ea typeface="ＭＳ Ｐゴシック"/>
                <a:cs typeface="ＭＳ Ｐゴシック"/>
              </a:defRPr>
            </a:lvl9pPr>
          </a:lstStyle>
          <a:p>
            <a:pPr>
              <a:lnSpc>
                <a:spcPct val="65000"/>
              </a:lnSpc>
              <a:spcBef>
                <a:spcPct val="50000"/>
              </a:spcBef>
              <a:defRPr/>
            </a:pPr>
            <a:r>
              <a:rPr lang="en-US" sz="820" b="1">
                <a:latin typeface="Arial" pitchFamily="34" charset="0"/>
              </a:rPr>
              <a:t>Poster template by ResearchPosters.co.za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97" r:id="rId1"/>
    <p:sldLayoutId id="2147483698" r:id="rId2"/>
    <p:sldLayoutId id="2147483699" r:id="rId3"/>
    <p:sldLayoutId id="2147483700" r:id="rId4"/>
    <p:sldLayoutId id="2147483701" r:id="rId5"/>
    <p:sldLayoutId id="2147483702" r:id="rId6"/>
    <p:sldLayoutId id="2147483703" r:id="rId7"/>
    <p:sldLayoutId id="2147483704" r:id="rId8"/>
    <p:sldLayoutId id="2147483705" r:id="rId9"/>
    <p:sldLayoutId id="2147483706" r:id="rId10"/>
    <p:sldLayoutId id="2147483707" r:id="rId11"/>
  </p:sldLayoutIdLst>
  <p:txStyles>
    <p:titleStyle>
      <a:lvl1pPr algn="ctr" defTabSz="768332" rtl="0" eaLnBrk="0" fontAlgn="base" hangingPunct="0">
        <a:spcBef>
          <a:spcPct val="0"/>
        </a:spcBef>
        <a:spcAft>
          <a:spcPct val="0"/>
        </a:spcAft>
        <a:defRPr sz="7280">
          <a:solidFill>
            <a:schemeClr val="bg1"/>
          </a:solidFill>
          <a:latin typeface="+mj-lt"/>
          <a:ea typeface="ＭＳ Ｐゴシック" charset="-128"/>
          <a:cs typeface="ＭＳ Ｐゴシック" charset="-128"/>
        </a:defRPr>
      </a:lvl1pPr>
      <a:lvl2pPr algn="ctr" defTabSz="768332" rtl="0" eaLnBrk="0" fontAlgn="base" hangingPunct="0">
        <a:spcBef>
          <a:spcPct val="0"/>
        </a:spcBef>
        <a:spcAft>
          <a:spcPct val="0"/>
        </a:spcAft>
        <a:defRPr sz="7280">
          <a:solidFill>
            <a:schemeClr val="bg1"/>
          </a:solidFill>
          <a:latin typeface="Arial Black" charset="0"/>
          <a:ea typeface="ＭＳ Ｐゴシック" charset="-128"/>
          <a:cs typeface="ＭＳ Ｐゴシック" charset="-128"/>
        </a:defRPr>
      </a:lvl2pPr>
      <a:lvl3pPr algn="ctr" defTabSz="768332" rtl="0" eaLnBrk="0" fontAlgn="base" hangingPunct="0">
        <a:spcBef>
          <a:spcPct val="0"/>
        </a:spcBef>
        <a:spcAft>
          <a:spcPct val="0"/>
        </a:spcAft>
        <a:defRPr sz="7280">
          <a:solidFill>
            <a:schemeClr val="bg1"/>
          </a:solidFill>
          <a:latin typeface="Arial Black" charset="0"/>
          <a:ea typeface="ＭＳ Ｐゴシック" charset="-128"/>
          <a:cs typeface="ＭＳ Ｐゴシック" charset="-128"/>
        </a:defRPr>
      </a:lvl3pPr>
      <a:lvl4pPr algn="ctr" defTabSz="768332" rtl="0" eaLnBrk="0" fontAlgn="base" hangingPunct="0">
        <a:spcBef>
          <a:spcPct val="0"/>
        </a:spcBef>
        <a:spcAft>
          <a:spcPct val="0"/>
        </a:spcAft>
        <a:defRPr sz="7280">
          <a:solidFill>
            <a:schemeClr val="bg1"/>
          </a:solidFill>
          <a:latin typeface="Arial Black" charset="0"/>
          <a:ea typeface="ＭＳ Ｐゴシック" charset="-128"/>
          <a:cs typeface="ＭＳ Ｐゴシック" charset="-128"/>
        </a:defRPr>
      </a:lvl4pPr>
      <a:lvl5pPr algn="ctr" defTabSz="768332" rtl="0" eaLnBrk="0" fontAlgn="base" hangingPunct="0">
        <a:spcBef>
          <a:spcPct val="0"/>
        </a:spcBef>
        <a:spcAft>
          <a:spcPct val="0"/>
        </a:spcAft>
        <a:defRPr sz="7280">
          <a:solidFill>
            <a:schemeClr val="bg1"/>
          </a:solidFill>
          <a:latin typeface="Arial Black" charset="0"/>
          <a:ea typeface="ＭＳ Ｐゴシック" charset="-128"/>
          <a:cs typeface="ＭＳ Ｐゴシック" charset="-128"/>
        </a:defRPr>
      </a:lvl5pPr>
      <a:lvl6pPr marL="468813" algn="ctr" defTabSz="768332" rtl="0" fontAlgn="base">
        <a:spcBef>
          <a:spcPct val="0"/>
        </a:spcBef>
        <a:spcAft>
          <a:spcPct val="0"/>
        </a:spcAft>
        <a:defRPr sz="7280">
          <a:solidFill>
            <a:schemeClr val="tx2"/>
          </a:solidFill>
          <a:latin typeface="Arial Black" charset="0"/>
        </a:defRPr>
      </a:lvl6pPr>
      <a:lvl7pPr marL="937626" algn="ctr" defTabSz="768332" rtl="0" fontAlgn="base">
        <a:spcBef>
          <a:spcPct val="0"/>
        </a:spcBef>
        <a:spcAft>
          <a:spcPct val="0"/>
        </a:spcAft>
        <a:defRPr sz="7280">
          <a:solidFill>
            <a:schemeClr val="tx2"/>
          </a:solidFill>
          <a:latin typeface="Arial Black" charset="0"/>
        </a:defRPr>
      </a:lvl7pPr>
      <a:lvl8pPr marL="1406439" algn="ctr" defTabSz="768332" rtl="0" fontAlgn="base">
        <a:spcBef>
          <a:spcPct val="0"/>
        </a:spcBef>
        <a:spcAft>
          <a:spcPct val="0"/>
        </a:spcAft>
        <a:defRPr sz="7280">
          <a:solidFill>
            <a:schemeClr val="tx2"/>
          </a:solidFill>
          <a:latin typeface="Arial Black" charset="0"/>
        </a:defRPr>
      </a:lvl8pPr>
      <a:lvl9pPr marL="1875252" algn="ctr" defTabSz="768332" rtl="0" fontAlgn="base">
        <a:spcBef>
          <a:spcPct val="0"/>
        </a:spcBef>
        <a:spcAft>
          <a:spcPct val="0"/>
        </a:spcAft>
        <a:defRPr sz="7280">
          <a:solidFill>
            <a:schemeClr val="tx2"/>
          </a:solidFill>
          <a:latin typeface="Arial Black" charset="0"/>
        </a:defRPr>
      </a:lvl9pPr>
    </p:titleStyle>
    <p:bodyStyle>
      <a:lvl1pPr marL="288125" indent="-288125" algn="l" defTabSz="768332" rtl="0" eaLnBrk="0" fontAlgn="base" hangingPunct="0">
        <a:spcBef>
          <a:spcPct val="20000"/>
        </a:spcBef>
        <a:spcAft>
          <a:spcPct val="0"/>
        </a:spcAft>
        <a:buChar char="•"/>
        <a:defRPr sz="2461">
          <a:solidFill>
            <a:schemeClr val="tx2"/>
          </a:solidFill>
          <a:latin typeface="+mn-lt"/>
          <a:ea typeface="ＭＳ Ｐゴシック" charset="-128"/>
          <a:cs typeface="ＭＳ Ｐゴシック" charset="-128"/>
        </a:defRPr>
      </a:lvl1pPr>
      <a:lvl2pPr marL="621828" indent="-237662" algn="l" defTabSz="768332" rtl="0" eaLnBrk="0" fontAlgn="base" hangingPunct="0">
        <a:spcBef>
          <a:spcPct val="20000"/>
        </a:spcBef>
        <a:spcAft>
          <a:spcPct val="0"/>
        </a:spcAft>
        <a:buChar char="–"/>
        <a:defRPr sz="2461">
          <a:solidFill>
            <a:schemeClr val="tx2"/>
          </a:solidFill>
          <a:latin typeface="+mn-lt"/>
          <a:ea typeface="ＭＳ Ｐゴシック" charset="-128"/>
          <a:cs typeface="ＭＳ Ｐゴシック"/>
        </a:defRPr>
      </a:lvl2pPr>
      <a:lvl3pPr marL="962044" indent="-193711" algn="l" defTabSz="768332" rtl="0" eaLnBrk="0" fontAlgn="base" hangingPunct="0">
        <a:spcBef>
          <a:spcPct val="20000"/>
        </a:spcBef>
        <a:spcAft>
          <a:spcPct val="0"/>
        </a:spcAft>
        <a:buChar char="•"/>
        <a:defRPr sz="2051">
          <a:solidFill>
            <a:schemeClr val="tx1"/>
          </a:solidFill>
          <a:latin typeface="+mn-lt"/>
          <a:ea typeface="ＭＳ Ｐゴシック" charset="-128"/>
          <a:cs typeface="ＭＳ Ｐゴシック"/>
        </a:defRPr>
      </a:lvl3pPr>
      <a:lvl4pPr marL="1346210" indent="-192083" algn="l" defTabSz="768332" rtl="0" eaLnBrk="0" fontAlgn="base" hangingPunct="0">
        <a:spcBef>
          <a:spcPct val="20000"/>
        </a:spcBef>
        <a:spcAft>
          <a:spcPct val="0"/>
        </a:spcAft>
        <a:buChar char="–"/>
        <a:defRPr sz="1641">
          <a:solidFill>
            <a:schemeClr val="tx1"/>
          </a:solidFill>
          <a:latin typeface="+mn-lt"/>
          <a:ea typeface="ＭＳ Ｐゴシック" charset="-128"/>
          <a:cs typeface="ＭＳ Ｐゴシック"/>
        </a:defRPr>
      </a:lvl4pPr>
      <a:lvl5pPr marL="1730376" indent="-192083" algn="l" defTabSz="768332" rtl="0" eaLnBrk="0" fontAlgn="base" hangingPunct="0">
        <a:spcBef>
          <a:spcPct val="20000"/>
        </a:spcBef>
        <a:spcAft>
          <a:spcPct val="0"/>
        </a:spcAft>
        <a:buChar char="»"/>
        <a:defRPr sz="1641">
          <a:solidFill>
            <a:schemeClr val="tx1"/>
          </a:solidFill>
          <a:latin typeface="+mn-lt"/>
          <a:ea typeface="ＭＳ Ｐゴシック" charset="-128"/>
          <a:cs typeface="ＭＳ Ｐゴシック"/>
        </a:defRPr>
      </a:lvl5pPr>
      <a:lvl6pPr marL="2199189" indent="-192083" algn="l" defTabSz="768332" rtl="0" fontAlgn="base">
        <a:spcBef>
          <a:spcPct val="20000"/>
        </a:spcBef>
        <a:spcAft>
          <a:spcPct val="0"/>
        </a:spcAft>
        <a:buChar char="»"/>
        <a:defRPr sz="1641">
          <a:solidFill>
            <a:schemeClr val="tx1"/>
          </a:solidFill>
          <a:latin typeface="+mn-lt"/>
          <a:ea typeface="ＭＳ Ｐゴシック" charset="-128"/>
        </a:defRPr>
      </a:lvl6pPr>
      <a:lvl7pPr marL="2668002" indent="-192083" algn="l" defTabSz="768332" rtl="0" fontAlgn="base">
        <a:spcBef>
          <a:spcPct val="20000"/>
        </a:spcBef>
        <a:spcAft>
          <a:spcPct val="0"/>
        </a:spcAft>
        <a:buChar char="»"/>
        <a:defRPr sz="1641">
          <a:solidFill>
            <a:schemeClr val="tx1"/>
          </a:solidFill>
          <a:latin typeface="+mn-lt"/>
          <a:ea typeface="ＭＳ Ｐゴシック" charset="-128"/>
        </a:defRPr>
      </a:lvl7pPr>
      <a:lvl8pPr marL="3136814" indent="-192083" algn="l" defTabSz="768332" rtl="0" fontAlgn="base">
        <a:spcBef>
          <a:spcPct val="20000"/>
        </a:spcBef>
        <a:spcAft>
          <a:spcPct val="0"/>
        </a:spcAft>
        <a:buChar char="»"/>
        <a:defRPr sz="1641">
          <a:solidFill>
            <a:schemeClr val="tx1"/>
          </a:solidFill>
          <a:latin typeface="+mn-lt"/>
          <a:ea typeface="ＭＳ Ｐゴシック" charset="-128"/>
        </a:defRPr>
      </a:lvl8pPr>
      <a:lvl9pPr marL="3605627" indent="-192083" algn="l" defTabSz="768332" rtl="0" fontAlgn="base">
        <a:spcBef>
          <a:spcPct val="20000"/>
        </a:spcBef>
        <a:spcAft>
          <a:spcPct val="0"/>
        </a:spcAft>
        <a:buChar char="»"/>
        <a:defRPr sz="1641">
          <a:solidFill>
            <a:schemeClr val="tx1"/>
          </a:solidFill>
          <a:latin typeface="+mn-lt"/>
          <a:ea typeface="ＭＳ Ｐゴシック" charset="-128"/>
        </a:defRPr>
      </a:lvl9pPr>
    </p:bodyStyle>
    <p:otherStyle>
      <a:defPPr>
        <a:defRPr lang="en-GB"/>
      </a:defPPr>
      <a:lvl1pPr marL="0" algn="l" defTabSz="468813" rtl="0" eaLnBrk="1" latinLnBrk="0" hangingPunct="1">
        <a:defRPr sz="1846" kern="1200">
          <a:solidFill>
            <a:schemeClr val="tx1"/>
          </a:solidFill>
          <a:latin typeface="+mn-lt"/>
          <a:ea typeface="+mn-ea"/>
          <a:cs typeface="+mn-cs"/>
        </a:defRPr>
      </a:lvl1pPr>
      <a:lvl2pPr marL="468813" algn="l" defTabSz="468813" rtl="0" eaLnBrk="1" latinLnBrk="0" hangingPunct="1">
        <a:defRPr sz="1846" kern="1200">
          <a:solidFill>
            <a:schemeClr val="tx1"/>
          </a:solidFill>
          <a:latin typeface="+mn-lt"/>
          <a:ea typeface="+mn-ea"/>
          <a:cs typeface="+mn-cs"/>
        </a:defRPr>
      </a:lvl2pPr>
      <a:lvl3pPr marL="937626" algn="l" defTabSz="468813" rtl="0" eaLnBrk="1" latinLnBrk="0" hangingPunct="1">
        <a:defRPr sz="1846" kern="1200">
          <a:solidFill>
            <a:schemeClr val="tx1"/>
          </a:solidFill>
          <a:latin typeface="+mn-lt"/>
          <a:ea typeface="+mn-ea"/>
          <a:cs typeface="+mn-cs"/>
        </a:defRPr>
      </a:lvl3pPr>
      <a:lvl4pPr marL="1406439" algn="l" defTabSz="468813" rtl="0" eaLnBrk="1" latinLnBrk="0" hangingPunct="1">
        <a:defRPr sz="1846" kern="1200">
          <a:solidFill>
            <a:schemeClr val="tx1"/>
          </a:solidFill>
          <a:latin typeface="+mn-lt"/>
          <a:ea typeface="+mn-ea"/>
          <a:cs typeface="+mn-cs"/>
        </a:defRPr>
      </a:lvl4pPr>
      <a:lvl5pPr marL="1875252" algn="l" defTabSz="468813" rtl="0" eaLnBrk="1" latinLnBrk="0" hangingPunct="1">
        <a:defRPr sz="1846" kern="1200">
          <a:solidFill>
            <a:schemeClr val="tx1"/>
          </a:solidFill>
          <a:latin typeface="+mn-lt"/>
          <a:ea typeface="+mn-ea"/>
          <a:cs typeface="+mn-cs"/>
        </a:defRPr>
      </a:lvl5pPr>
      <a:lvl6pPr marL="2344064" algn="l" defTabSz="468813" rtl="0" eaLnBrk="1" latinLnBrk="0" hangingPunct="1">
        <a:defRPr sz="1846" kern="1200">
          <a:solidFill>
            <a:schemeClr val="tx1"/>
          </a:solidFill>
          <a:latin typeface="+mn-lt"/>
          <a:ea typeface="+mn-ea"/>
          <a:cs typeface="+mn-cs"/>
        </a:defRPr>
      </a:lvl6pPr>
      <a:lvl7pPr marL="2812877" algn="l" defTabSz="468813" rtl="0" eaLnBrk="1" latinLnBrk="0" hangingPunct="1">
        <a:defRPr sz="1846" kern="1200">
          <a:solidFill>
            <a:schemeClr val="tx1"/>
          </a:solidFill>
          <a:latin typeface="+mn-lt"/>
          <a:ea typeface="+mn-ea"/>
          <a:cs typeface="+mn-cs"/>
        </a:defRPr>
      </a:lvl7pPr>
      <a:lvl8pPr marL="3281690" algn="l" defTabSz="468813" rtl="0" eaLnBrk="1" latinLnBrk="0" hangingPunct="1">
        <a:defRPr sz="1846" kern="1200">
          <a:solidFill>
            <a:schemeClr val="tx1"/>
          </a:solidFill>
          <a:latin typeface="+mn-lt"/>
          <a:ea typeface="+mn-ea"/>
          <a:cs typeface="+mn-cs"/>
        </a:defRPr>
      </a:lvl8pPr>
      <a:lvl9pPr marL="3750503" algn="l" defTabSz="468813" rtl="0" eaLnBrk="1" latinLnBrk="0" hangingPunct="1">
        <a:defRPr sz="1846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Title Placeholder 1"/>
          <p:cNvSpPr>
            <a:spLocks noGrp="1"/>
          </p:cNvSpPr>
          <p:nvPr>
            <p:ph type="title"/>
          </p:nvPr>
        </p:nvSpPr>
        <p:spPr bwMode="auto">
          <a:xfrm>
            <a:off x="1646698" y="1758060"/>
            <a:ext cx="29625006" cy="731547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="" xmlns:ma14="http://schemas.microsoft.com/office/mac/drawingml/2011/main" val="1"/>
            </a:ext>
          </a:extLst>
        </p:spPr>
        <p:txBody>
          <a:bodyPr vert="horz" wrap="square" lIns="417588" tIns="208794" rIns="417588" bIns="208794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CA"/>
              <a:t>Click to edit Master title style</a:t>
            </a:r>
            <a:endParaRPr lang="en-US"/>
          </a:p>
        </p:txBody>
      </p:sp>
      <p:sp>
        <p:nvSpPr>
          <p:cNvPr id="25603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1646698" y="10240684"/>
            <a:ext cx="29625006" cy="2896724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="" xmlns:ma14="http://schemas.microsoft.com/office/mac/drawingml/2011/main" val="1"/>
            </a:ext>
          </a:extLst>
        </p:spPr>
        <p:txBody>
          <a:bodyPr vert="horz" wrap="square" lIns="417588" tIns="208794" rIns="417588" bIns="208794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CA"/>
              <a:t>Click to edit Master text styles</a:t>
            </a:r>
          </a:p>
          <a:p>
            <a:pPr lvl="1"/>
            <a:r>
              <a:rPr lang="en-CA"/>
              <a:t>Second level</a:t>
            </a:r>
          </a:p>
          <a:p>
            <a:pPr lvl="2"/>
            <a:r>
              <a:rPr lang="en-CA"/>
              <a:t>Third level</a:t>
            </a:r>
          </a:p>
          <a:p>
            <a:pPr lvl="3"/>
            <a:r>
              <a:rPr lang="en-CA"/>
              <a:t>Fourth level</a:t>
            </a:r>
          </a:p>
          <a:p>
            <a:pPr lvl="4"/>
            <a:r>
              <a:rPr lang="en-CA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646697" y="40681118"/>
            <a:ext cx="7679408" cy="2335937"/>
          </a:xfrm>
          <a:prstGeom prst="rect">
            <a:avLst/>
          </a:prstGeom>
        </p:spPr>
        <p:txBody>
          <a:bodyPr vert="horz" wrap="square" lIns="417588" tIns="208794" rIns="417588" bIns="208794" numCol="1" anchor="ctr" anchorCtr="0" compatLnSpc="1">
            <a:prstTxWarp prst="textNoShape">
              <a:avLst/>
            </a:prstTxWarp>
          </a:bodyPr>
          <a:lstStyle>
            <a:lvl1pPr>
              <a:defRPr sz="5640">
                <a:solidFill>
                  <a:srgbClr val="898989"/>
                </a:solidFill>
              </a:defRPr>
            </a:lvl1pPr>
          </a:lstStyle>
          <a:p>
            <a:fld id="{A88F6752-6CB4-5543-81C3-F9189BF99658}" type="datetime1">
              <a:rPr lang="en-US"/>
              <a:pPr/>
              <a:t>6/27/26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1247251" y="40681118"/>
            <a:ext cx="10423901" cy="2335937"/>
          </a:xfrm>
          <a:prstGeom prst="rect">
            <a:avLst/>
          </a:prstGeom>
        </p:spPr>
        <p:txBody>
          <a:bodyPr vert="horz" lIns="417588" tIns="208794" rIns="417588" bIns="208794" rtlCol="0" anchor="ctr"/>
          <a:lstStyle>
            <a:lvl1pPr algn="ctr">
              <a:defRPr sz="5640" smtClean="0">
                <a:solidFill>
                  <a:schemeClr val="tx1">
                    <a:tint val="75000"/>
                  </a:schemeClr>
                </a:solidFill>
                <a:latin typeface="Arial Narrow" pitchFamily="27" charset="0"/>
                <a:ea typeface="ＭＳ Ｐゴシック" pitchFamily="27" charset="-128"/>
                <a:cs typeface="ＭＳ Ｐゴシック" pitchFamily="27" charset="-128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23592297" y="40681118"/>
            <a:ext cx="7679408" cy="2335937"/>
          </a:xfrm>
          <a:prstGeom prst="rect">
            <a:avLst/>
          </a:prstGeom>
        </p:spPr>
        <p:txBody>
          <a:bodyPr vert="horz" wrap="square" lIns="417588" tIns="208794" rIns="417588" bIns="208794" numCol="1" anchor="ctr" anchorCtr="0" compatLnSpc="1">
            <a:prstTxWarp prst="textNoShape">
              <a:avLst/>
            </a:prstTxWarp>
          </a:bodyPr>
          <a:lstStyle>
            <a:lvl1pPr algn="r">
              <a:defRPr sz="5640">
                <a:solidFill>
                  <a:srgbClr val="898989"/>
                </a:solidFill>
              </a:defRPr>
            </a:lvl1pPr>
          </a:lstStyle>
          <a:p>
            <a:fld id="{3050C3D8-E714-D142-987F-75BA96C8A871}" type="slidenum">
              <a:rPr lang="en-US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08" r:id="rId1"/>
    <p:sldLayoutId id="2147483709" r:id="rId2"/>
    <p:sldLayoutId id="2147483710" r:id="rId3"/>
    <p:sldLayoutId id="2147483711" r:id="rId4"/>
    <p:sldLayoutId id="2147483712" r:id="rId5"/>
    <p:sldLayoutId id="2147483713" r:id="rId6"/>
    <p:sldLayoutId id="2147483714" r:id="rId7"/>
    <p:sldLayoutId id="2147483715" r:id="rId8"/>
    <p:sldLayoutId id="2147483716" r:id="rId9"/>
    <p:sldLayoutId id="2147483717" r:id="rId10"/>
    <p:sldLayoutId id="2147483718" r:id="rId11"/>
  </p:sldLayoutIdLst>
  <p:txStyles>
    <p:titleStyle>
      <a:lvl1pPr algn="ctr" defTabSz="2140587" rtl="0" fontAlgn="base">
        <a:spcBef>
          <a:spcPct val="0"/>
        </a:spcBef>
        <a:spcAft>
          <a:spcPct val="0"/>
        </a:spcAft>
        <a:defRPr sz="20611" kern="1200">
          <a:solidFill>
            <a:schemeClr val="tx1"/>
          </a:solidFill>
          <a:latin typeface="+mj-lt"/>
          <a:ea typeface="ＭＳ Ｐゴシック" charset="0"/>
          <a:cs typeface="ＭＳ Ｐゴシック" charset="0"/>
        </a:defRPr>
      </a:lvl1pPr>
      <a:lvl2pPr algn="ctr" defTabSz="2140587" rtl="0" fontAlgn="base">
        <a:spcBef>
          <a:spcPct val="0"/>
        </a:spcBef>
        <a:spcAft>
          <a:spcPct val="0"/>
        </a:spcAft>
        <a:defRPr sz="20611">
          <a:solidFill>
            <a:schemeClr val="tx1"/>
          </a:solidFill>
          <a:latin typeface="Calibri" charset="0"/>
          <a:ea typeface="ＭＳ Ｐゴシック" charset="0"/>
          <a:cs typeface="ＭＳ Ｐゴシック" charset="0"/>
        </a:defRPr>
      </a:lvl2pPr>
      <a:lvl3pPr algn="ctr" defTabSz="2140587" rtl="0" fontAlgn="base">
        <a:spcBef>
          <a:spcPct val="0"/>
        </a:spcBef>
        <a:spcAft>
          <a:spcPct val="0"/>
        </a:spcAft>
        <a:defRPr sz="20611">
          <a:solidFill>
            <a:schemeClr val="tx1"/>
          </a:solidFill>
          <a:latin typeface="Calibri" charset="0"/>
          <a:ea typeface="ＭＳ Ｐゴシック" charset="0"/>
          <a:cs typeface="ＭＳ Ｐゴシック" charset="0"/>
        </a:defRPr>
      </a:lvl3pPr>
      <a:lvl4pPr algn="ctr" defTabSz="2140587" rtl="0" fontAlgn="base">
        <a:spcBef>
          <a:spcPct val="0"/>
        </a:spcBef>
        <a:spcAft>
          <a:spcPct val="0"/>
        </a:spcAft>
        <a:defRPr sz="20611">
          <a:solidFill>
            <a:schemeClr val="tx1"/>
          </a:solidFill>
          <a:latin typeface="Calibri" charset="0"/>
          <a:ea typeface="ＭＳ Ｐゴシック" charset="0"/>
          <a:cs typeface="ＭＳ Ｐゴシック" charset="0"/>
        </a:defRPr>
      </a:lvl4pPr>
      <a:lvl5pPr algn="ctr" defTabSz="2140587" rtl="0" fontAlgn="base">
        <a:spcBef>
          <a:spcPct val="0"/>
        </a:spcBef>
        <a:spcAft>
          <a:spcPct val="0"/>
        </a:spcAft>
        <a:defRPr sz="20611">
          <a:solidFill>
            <a:schemeClr val="tx1"/>
          </a:solidFill>
          <a:latin typeface="Calibri" charset="0"/>
          <a:ea typeface="ＭＳ Ｐゴシック" charset="0"/>
          <a:cs typeface="ＭＳ Ｐゴシック" charset="0"/>
        </a:defRPr>
      </a:lvl5pPr>
      <a:lvl6pPr marL="468813" algn="ctr" defTabSz="2140587" rtl="0" fontAlgn="base">
        <a:spcBef>
          <a:spcPct val="0"/>
        </a:spcBef>
        <a:spcAft>
          <a:spcPct val="0"/>
        </a:spcAft>
        <a:defRPr sz="20611">
          <a:solidFill>
            <a:schemeClr val="tx1"/>
          </a:solidFill>
          <a:latin typeface="Calibri" charset="0"/>
          <a:ea typeface="ＭＳ Ｐゴシック" charset="0"/>
          <a:cs typeface="ＭＳ Ｐゴシック" charset="0"/>
        </a:defRPr>
      </a:lvl6pPr>
      <a:lvl7pPr marL="937626" algn="ctr" defTabSz="2140587" rtl="0" fontAlgn="base">
        <a:spcBef>
          <a:spcPct val="0"/>
        </a:spcBef>
        <a:spcAft>
          <a:spcPct val="0"/>
        </a:spcAft>
        <a:defRPr sz="20611">
          <a:solidFill>
            <a:schemeClr val="tx1"/>
          </a:solidFill>
          <a:latin typeface="Calibri" charset="0"/>
          <a:ea typeface="ＭＳ Ｐゴシック" charset="0"/>
          <a:cs typeface="ＭＳ Ｐゴシック" charset="0"/>
        </a:defRPr>
      </a:lvl7pPr>
      <a:lvl8pPr marL="1406439" algn="ctr" defTabSz="2140587" rtl="0" fontAlgn="base">
        <a:spcBef>
          <a:spcPct val="0"/>
        </a:spcBef>
        <a:spcAft>
          <a:spcPct val="0"/>
        </a:spcAft>
        <a:defRPr sz="20611">
          <a:solidFill>
            <a:schemeClr val="tx1"/>
          </a:solidFill>
          <a:latin typeface="Calibri" charset="0"/>
          <a:ea typeface="ＭＳ Ｐゴシック" charset="0"/>
          <a:cs typeface="ＭＳ Ｐゴシック" charset="0"/>
        </a:defRPr>
      </a:lvl8pPr>
      <a:lvl9pPr marL="1875252" algn="ctr" defTabSz="2140587" rtl="0" fontAlgn="base">
        <a:spcBef>
          <a:spcPct val="0"/>
        </a:spcBef>
        <a:spcAft>
          <a:spcPct val="0"/>
        </a:spcAft>
        <a:defRPr sz="20611">
          <a:solidFill>
            <a:schemeClr val="tx1"/>
          </a:solidFill>
          <a:latin typeface="Calibri" charset="0"/>
          <a:ea typeface="ＭＳ Ｐゴシック" charset="0"/>
          <a:cs typeface="ＭＳ Ｐゴシック" charset="0"/>
        </a:defRPr>
      </a:lvl9pPr>
    </p:titleStyle>
    <p:bodyStyle>
      <a:lvl1pPr marL="1605033" indent="-1605033" algn="l" defTabSz="2140587" rtl="0" fontAlgn="base">
        <a:spcBef>
          <a:spcPct val="20000"/>
        </a:spcBef>
        <a:spcAft>
          <a:spcPct val="0"/>
        </a:spcAft>
        <a:buFont typeface="Arial" charset="0"/>
        <a:buChar char="•"/>
        <a:defRPr sz="14971" kern="1200">
          <a:solidFill>
            <a:schemeClr val="tx1"/>
          </a:solidFill>
          <a:latin typeface="+mn-lt"/>
          <a:ea typeface="ＭＳ Ｐゴシック" charset="0"/>
          <a:cs typeface="ＭＳ Ｐゴシック" charset="0"/>
        </a:defRPr>
      </a:lvl1pPr>
      <a:lvl2pPr marL="3478657" indent="-1338070" algn="l" defTabSz="2140587" rtl="0" fontAlgn="base">
        <a:spcBef>
          <a:spcPct val="20000"/>
        </a:spcBef>
        <a:spcAft>
          <a:spcPct val="0"/>
        </a:spcAft>
        <a:buFont typeface="Arial" charset="0"/>
        <a:buChar char="–"/>
        <a:defRPr sz="13125" kern="1200">
          <a:solidFill>
            <a:schemeClr val="tx1"/>
          </a:solidFill>
          <a:latin typeface="+mn-lt"/>
          <a:ea typeface="ＭＳ Ｐゴシック" charset="0"/>
          <a:cs typeface="+mn-cs"/>
        </a:defRPr>
      </a:lvl2pPr>
      <a:lvl3pPr marL="5352280" indent="-1069480" algn="l" defTabSz="2140587" rtl="0" fontAlgn="base">
        <a:spcBef>
          <a:spcPct val="20000"/>
        </a:spcBef>
        <a:spcAft>
          <a:spcPct val="0"/>
        </a:spcAft>
        <a:buFont typeface="Arial" charset="0"/>
        <a:buChar char="•"/>
        <a:defRPr sz="11279" kern="1200">
          <a:solidFill>
            <a:schemeClr val="tx1"/>
          </a:solidFill>
          <a:latin typeface="+mn-lt"/>
          <a:ea typeface="ＭＳ Ｐゴシック" charset="0"/>
          <a:cs typeface="+mn-cs"/>
        </a:defRPr>
      </a:lvl3pPr>
      <a:lvl4pPr marL="7492867" indent="-1069480" algn="l" defTabSz="2140587" rtl="0" fontAlgn="base">
        <a:spcBef>
          <a:spcPct val="20000"/>
        </a:spcBef>
        <a:spcAft>
          <a:spcPct val="0"/>
        </a:spcAft>
        <a:buFont typeface="Arial" charset="0"/>
        <a:buChar char="–"/>
        <a:defRPr sz="9331" kern="1200">
          <a:solidFill>
            <a:schemeClr val="tx1"/>
          </a:solidFill>
          <a:latin typeface="+mn-lt"/>
          <a:ea typeface="ＭＳ Ｐゴシック" charset="0"/>
          <a:cs typeface="+mn-cs"/>
        </a:defRPr>
      </a:lvl4pPr>
      <a:lvl5pPr marL="9633454" indent="-1069480" algn="l" defTabSz="2140587" rtl="0" fontAlgn="base">
        <a:spcBef>
          <a:spcPct val="20000"/>
        </a:spcBef>
        <a:spcAft>
          <a:spcPct val="0"/>
        </a:spcAft>
        <a:buFont typeface="Arial" charset="0"/>
        <a:buChar char="»"/>
        <a:defRPr sz="9331" kern="1200">
          <a:solidFill>
            <a:schemeClr val="tx1"/>
          </a:solidFill>
          <a:latin typeface="+mn-lt"/>
          <a:ea typeface="ＭＳ Ｐゴシック" charset="0"/>
          <a:cs typeface="+mn-cs"/>
        </a:defRPr>
      </a:lvl5pPr>
      <a:lvl6pPr marL="11775360" indent="-1070487" algn="l" defTabSz="2140975" rtl="0" eaLnBrk="1" latinLnBrk="0" hangingPunct="1">
        <a:spcBef>
          <a:spcPct val="20000"/>
        </a:spcBef>
        <a:buFont typeface="Arial"/>
        <a:buChar char="•"/>
        <a:defRPr sz="9331" kern="1200">
          <a:solidFill>
            <a:schemeClr val="tx1"/>
          </a:solidFill>
          <a:latin typeface="+mn-lt"/>
          <a:ea typeface="+mn-ea"/>
          <a:cs typeface="+mn-cs"/>
        </a:defRPr>
      </a:lvl6pPr>
      <a:lvl7pPr marL="13916335" indent="-1070487" algn="l" defTabSz="2140975" rtl="0" eaLnBrk="1" latinLnBrk="0" hangingPunct="1">
        <a:spcBef>
          <a:spcPct val="20000"/>
        </a:spcBef>
        <a:buFont typeface="Arial"/>
        <a:buChar char="•"/>
        <a:defRPr sz="9331" kern="1200">
          <a:solidFill>
            <a:schemeClr val="tx1"/>
          </a:solidFill>
          <a:latin typeface="+mn-lt"/>
          <a:ea typeface="+mn-ea"/>
          <a:cs typeface="+mn-cs"/>
        </a:defRPr>
      </a:lvl7pPr>
      <a:lvl8pPr marL="16057310" indent="-1070487" algn="l" defTabSz="2140975" rtl="0" eaLnBrk="1" latinLnBrk="0" hangingPunct="1">
        <a:spcBef>
          <a:spcPct val="20000"/>
        </a:spcBef>
        <a:buFont typeface="Arial"/>
        <a:buChar char="•"/>
        <a:defRPr sz="9331" kern="1200">
          <a:solidFill>
            <a:schemeClr val="tx1"/>
          </a:solidFill>
          <a:latin typeface="+mn-lt"/>
          <a:ea typeface="+mn-ea"/>
          <a:cs typeface="+mn-cs"/>
        </a:defRPr>
      </a:lvl8pPr>
      <a:lvl9pPr marL="18198284" indent="-1070487" algn="l" defTabSz="2140975" rtl="0" eaLnBrk="1" latinLnBrk="0" hangingPunct="1">
        <a:spcBef>
          <a:spcPct val="20000"/>
        </a:spcBef>
        <a:buFont typeface="Arial"/>
        <a:buChar char="•"/>
        <a:defRPr sz="9331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2140975" rtl="0" eaLnBrk="1" latinLnBrk="0" hangingPunct="1">
        <a:defRPr sz="8408" kern="1200">
          <a:solidFill>
            <a:schemeClr val="tx1"/>
          </a:solidFill>
          <a:latin typeface="+mn-lt"/>
          <a:ea typeface="+mn-ea"/>
          <a:cs typeface="+mn-cs"/>
        </a:defRPr>
      </a:lvl1pPr>
      <a:lvl2pPr marL="2140975" algn="l" defTabSz="2140975" rtl="0" eaLnBrk="1" latinLnBrk="0" hangingPunct="1">
        <a:defRPr sz="8408" kern="1200">
          <a:solidFill>
            <a:schemeClr val="tx1"/>
          </a:solidFill>
          <a:latin typeface="+mn-lt"/>
          <a:ea typeface="+mn-ea"/>
          <a:cs typeface="+mn-cs"/>
        </a:defRPr>
      </a:lvl2pPr>
      <a:lvl3pPr marL="4281949" algn="l" defTabSz="2140975" rtl="0" eaLnBrk="1" latinLnBrk="0" hangingPunct="1">
        <a:defRPr sz="8408" kern="1200">
          <a:solidFill>
            <a:schemeClr val="tx1"/>
          </a:solidFill>
          <a:latin typeface="+mn-lt"/>
          <a:ea typeface="+mn-ea"/>
          <a:cs typeface="+mn-cs"/>
        </a:defRPr>
      </a:lvl3pPr>
      <a:lvl4pPr marL="6422924" algn="l" defTabSz="2140975" rtl="0" eaLnBrk="1" latinLnBrk="0" hangingPunct="1">
        <a:defRPr sz="8408" kern="1200">
          <a:solidFill>
            <a:schemeClr val="tx1"/>
          </a:solidFill>
          <a:latin typeface="+mn-lt"/>
          <a:ea typeface="+mn-ea"/>
          <a:cs typeface="+mn-cs"/>
        </a:defRPr>
      </a:lvl4pPr>
      <a:lvl5pPr marL="8563899" algn="l" defTabSz="2140975" rtl="0" eaLnBrk="1" latinLnBrk="0" hangingPunct="1">
        <a:defRPr sz="8408" kern="1200">
          <a:solidFill>
            <a:schemeClr val="tx1"/>
          </a:solidFill>
          <a:latin typeface="+mn-lt"/>
          <a:ea typeface="+mn-ea"/>
          <a:cs typeface="+mn-cs"/>
        </a:defRPr>
      </a:lvl5pPr>
      <a:lvl6pPr marL="10704874" algn="l" defTabSz="2140975" rtl="0" eaLnBrk="1" latinLnBrk="0" hangingPunct="1">
        <a:defRPr sz="8408" kern="1200">
          <a:solidFill>
            <a:schemeClr val="tx1"/>
          </a:solidFill>
          <a:latin typeface="+mn-lt"/>
          <a:ea typeface="+mn-ea"/>
          <a:cs typeface="+mn-cs"/>
        </a:defRPr>
      </a:lvl6pPr>
      <a:lvl7pPr marL="12845848" algn="l" defTabSz="2140975" rtl="0" eaLnBrk="1" latinLnBrk="0" hangingPunct="1">
        <a:defRPr sz="8408" kern="1200">
          <a:solidFill>
            <a:schemeClr val="tx1"/>
          </a:solidFill>
          <a:latin typeface="+mn-lt"/>
          <a:ea typeface="+mn-ea"/>
          <a:cs typeface="+mn-cs"/>
        </a:defRPr>
      </a:lvl7pPr>
      <a:lvl8pPr marL="14986823" algn="l" defTabSz="2140975" rtl="0" eaLnBrk="1" latinLnBrk="0" hangingPunct="1">
        <a:defRPr sz="8408" kern="1200">
          <a:solidFill>
            <a:schemeClr val="tx1"/>
          </a:solidFill>
          <a:latin typeface="+mn-lt"/>
          <a:ea typeface="+mn-ea"/>
          <a:cs typeface="+mn-cs"/>
        </a:defRPr>
      </a:lvl8pPr>
      <a:lvl9pPr marL="17127798" algn="l" defTabSz="2140975" rtl="0" eaLnBrk="1" latinLnBrk="0" hangingPunct="1">
        <a:defRPr sz="8408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5" name="Rectangle 5"/>
          <p:cNvSpPr>
            <a:spLocks noChangeArrowheads="1"/>
          </p:cNvSpPr>
          <p:nvPr/>
        </p:nvSpPr>
        <p:spPr bwMode="auto">
          <a:xfrm>
            <a:off x="909135" y="5702127"/>
            <a:ext cx="30987308" cy="250460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76739" tIns="38363" rIns="76739" bIns="38363">
            <a:spAutoFit/>
          </a:bodyPr>
          <a:lstStyle/>
          <a:p>
            <a:pPr algn="ctr"/>
            <a:r>
              <a:rPr lang="en-US" sz="9844" b="1" dirty="0">
                <a:latin typeface="Helvetica" charset="0"/>
              </a:rPr>
              <a:t>Title of the poster</a:t>
            </a:r>
          </a:p>
          <a:p>
            <a:pPr algn="ctr"/>
            <a:r>
              <a:rPr lang="en-US" sz="5537" dirty="0">
                <a:latin typeface="Helvetica" charset="0"/>
              </a:rPr>
              <a:t>Name of the student, Fellow ID, name of the advisor, affiliation</a:t>
            </a:r>
          </a:p>
        </p:txBody>
      </p:sp>
      <p:sp>
        <p:nvSpPr>
          <p:cNvPr id="234" name="Rectangle 5"/>
          <p:cNvSpPr>
            <a:spLocks noChangeArrowheads="1"/>
          </p:cNvSpPr>
          <p:nvPr/>
        </p:nvSpPr>
        <p:spPr bwMode="auto">
          <a:xfrm>
            <a:off x="1151190" y="1714018"/>
            <a:ext cx="30987308" cy="23857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76739" tIns="38363" rIns="76739" bIns="38363">
            <a:spAutoFit/>
          </a:bodyPr>
          <a:lstStyle/>
          <a:p>
            <a:r>
              <a:rPr lang="en-US" sz="15000" b="1" dirty="0">
                <a:latin typeface="Arial"/>
                <a:cs typeface="Arial"/>
              </a:rPr>
              <a:t>DAC Young Fellows</a:t>
            </a:r>
            <a:endParaRPr lang="en-US" sz="15000" dirty="0">
              <a:latin typeface="Helvetica" charset="0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1409376" y="41924807"/>
            <a:ext cx="30470937" cy="13890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8203" dirty="0">
                <a:solidFill>
                  <a:schemeClr val="bg1">
                    <a:lumMod val="65000"/>
                  </a:schemeClr>
                </a:solidFill>
              </a:rPr>
              <a:t>In this space you can put the logos of your university and your sponsors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3B741412-BC4F-1343-AC9C-66A7294E0880}"/>
              </a:ext>
            </a:extLst>
          </p:cNvPr>
          <p:cNvSpPr/>
          <p:nvPr/>
        </p:nvSpPr>
        <p:spPr>
          <a:xfrm>
            <a:off x="909135" y="4867835"/>
            <a:ext cx="31019468" cy="107577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89CFA788-E738-4D44-A46F-91517EC0BF0D}"/>
              </a:ext>
            </a:extLst>
          </p:cNvPr>
          <p:cNvSpPr/>
          <p:nvPr/>
        </p:nvSpPr>
        <p:spPr>
          <a:xfrm>
            <a:off x="909135" y="41476965"/>
            <a:ext cx="31019468" cy="107577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5D2D3D93-EDC8-CA85-E7F6-C412D5CA489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903069" y="417628"/>
            <a:ext cx="9163198" cy="3778057"/>
          </a:xfrm>
          <a:prstGeom prst="rect">
            <a:avLst/>
          </a:prstGeom>
        </p:spPr>
      </p:pic>
      <p:sp>
        <p:nvSpPr>
          <p:cNvPr id="7" name="Rectangle 6">
            <a:extLst>
              <a:ext uri="{FF2B5EF4-FFF2-40B4-BE49-F238E27FC236}">
                <a16:creationId xmlns:a16="http://schemas.microsoft.com/office/drawing/2014/main" id="{16C74C0A-DBA8-C2B1-E058-B3F840151486}"/>
              </a:ext>
            </a:extLst>
          </p:cNvPr>
          <p:cNvSpPr/>
          <p:nvPr/>
        </p:nvSpPr>
        <p:spPr>
          <a:xfrm>
            <a:off x="23458672" y="2306658"/>
            <a:ext cx="1145067" cy="755519"/>
          </a:xfrm>
          <a:prstGeom prst="rect">
            <a:avLst/>
          </a:prstGeom>
          <a:solidFill>
            <a:srgbClr val="949BA1"/>
          </a:solidFill>
          <a:ln>
            <a:noFill/>
          </a:ln>
          <a:effectLst>
            <a:outerShdw dist="23000" sx="1000" sy="1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5FC81A0-2A1F-2625-3ABC-F9D126AAB863}"/>
              </a:ext>
            </a:extLst>
          </p:cNvPr>
          <p:cNvSpPr txBox="1"/>
          <p:nvPr/>
        </p:nvSpPr>
        <p:spPr>
          <a:xfrm>
            <a:off x="23365676" y="2084252"/>
            <a:ext cx="1386918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7200" b="1" dirty="0">
                <a:solidFill>
                  <a:srgbClr val="D0D0D0"/>
                </a:solidFill>
                <a:latin typeface="Eras Bold ITC" panose="020F0502020204030204" pitchFamily="34" charset="0"/>
                <a:cs typeface="Eras Bold ITC" panose="020F0502020204030204" pitchFamily="34" charset="0"/>
              </a:rPr>
              <a:t>63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1_Custom Design">
  <a:themeElements>
    <a:clrScheme name="Default">
      <a:dk1>
        <a:srgbClr val="1BADCF"/>
      </a:dk1>
      <a:lt1>
        <a:srgbClr val="FFFFFF"/>
      </a:lt1>
      <a:dk2>
        <a:srgbClr val="000000"/>
      </a:dk2>
      <a:lt2>
        <a:srgbClr val="F4F1E9"/>
      </a:lt2>
      <a:accent1>
        <a:srgbClr val="D7D7D7"/>
      </a:accent1>
      <a:accent2>
        <a:srgbClr val="003466"/>
      </a:accent2>
      <a:accent3>
        <a:srgbClr val="D2D9E1"/>
      </a:accent3>
      <a:accent4>
        <a:srgbClr val="000000"/>
      </a:accent4>
      <a:accent5>
        <a:srgbClr val="CEF0F8"/>
      </a:accent5>
      <a:accent6>
        <a:srgbClr val="002E5C"/>
      </a:accent6>
      <a:hlink>
        <a:srgbClr val="6CD3EB"/>
      </a:hlink>
      <a:folHlink>
        <a:srgbClr val="FFC000"/>
      </a:folHlink>
    </a:clrScheme>
    <a:fontScheme name="1_Custom Design">
      <a:majorFont>
        <a:latin typeface="Arial Black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360045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2400" b="0" i="0" u="none" strike="noStrike" cap="none" normalizeH="0" baseline="0">
            <a:ln>
              <a:noFill/>
            </a:ln>
            <a:solidFill>
              <a:schemeClr val="tx1"/>
            </a:solidFill>
            <a:effectLst/>
            <a:latin typeface="Arial Narrow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360045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2400" b="0" i="0" u="none" strike="noStrike" cap="none" normalizeH="0" baseline="0">
            <a:ln>
              <a:noFill/>
            </a:ln>
            <a:solidFill>
              <a:schemeClr val="tx1"/>
            </a:solidFill>
            <a:effectLst/>
            <a:latin typeface="Arial Narrow" charset="0"/>
          </a:defRPr>
        </a:defPPr>
      </a:lstStyle>
    </a:lnDef>
  </a:objectDefaults>
  <a:extraClrSchemeLst>
    <a:extraClrScheme>
      <a:clrScheme name="1_Custom Design 1">
        <a:dk1>
          <a:srgbClr val="000000"/>
        </a:dk1>
        <a:lt1>
          <a:srgbClr val="AABAC9"/>
        </a:lt1>
        <a:dk2>
          <a:srgbClr val="000000"/>
        </a:dk2>
        <a:lt2>
          <a:srgbClr val="808080"/>
        </a:lt2>
        <a:accent1>
          <a:srgbClr val="D7D7D7"/>
        </a:accent1>
        <a:accent2>
          <a:srgbClr val="003466"/>
        </a:accent2>
        <a:accent3>
          <a:srgbClr val="D2D9E1"/>
        </a:accent3>
        <a:accent4>
          <a:srgbClr val="000000"/>
        </a:accent4>
        <a:accent5>
          <a:srgbClr val="E8E8E8"/>
        </a:accent5>
        <a:accent6>
          <a:srgbClr val="002E5C"/>
        </a:accent6>
        <a:hlink>
          <a:srgbClr val="008000"/>
        </a:hlink>
        <a:folHlink>
          <a:srgbClr val="8000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Custom Design 2">
        <a:dk1>
          <a:srgbClr val="603000"/>
        </a:dk1>
        <a:lt1>
          <a:srgbClr val="CF9860"/>
        </a:lt1>
        <a:dk2>
          <a:srgbClr val="000000"/>
        </a:dk2>
        <a:lt2>
          <a:srgbClr val="808080"/>
        </a:lt2>
        <a:accent1>
          <a:srgbClr val="FFFFCF"/>
        </a:accent1>
        <a:accent2>
          <a:srgbClr val="603000"/>
        </a:accent2>
        <a:accent3>
          <a:srgbClr val="E4CAB6"/>
        </a:accent3>
        <a:accent4>
          <a:srgbClr val="512700"/>
        </a:accent4>
        <a:accent5>
          <a:srgbClr val="FFFFE4"/>
        </a:accent5>
        <a:accent6>
          <a:srgbClr val="562A00"/>
        </a:accent6>
        <a:hlink>
          <a:srgbClr val="C21414"/>
        </a:hlink>
        <a:folHlink>
          <a:srgbClr val="6600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Custom Design 3">
        <a:dk1>
          <a:srgbClr val="505750"/>
        </a:dk1>
        <a:lt1>
          <a:srgbClr val="FFFFFF"/>
        </a:lt1>
        <a:dk2>
          <a:srgbClr val="000000"/>
        </a:dk2>
        <a:lt2>
          <a:srgbClr val="808080"/>
        </a:lt2>
        <a:accent1>
          <a:srgbClr val="DFDFDF"/>
        </a:accent1>
        <a:accent2>
          <a:srgbClr val="9F3000"/>
        </a:accent2>
        <a:accent3>
          <a:srgbClr val="FFFFFF"/>
        </a:accent3>
        <a:accent4>
          <a:srgbClr val="434943"/>
        </a:accent4>
        <a:accent5>
          <a:srgbClr val="ECECEC"/>
        </a:accent5>
        <a:accent6>
          <a:srgbClr val="902A00"/>
        </a:accent6>
        <a:hlink>
          <a:srgbClr val="C21414"/>
        </a:hlink>
        <a:folHlink>
          <a:srgbClr val="6600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Custom Design 4">
        <a:dk1>
          <a:srgbClr val="3A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FFCF"/>
        </a:accent1>
        <a:accent2>
          <a:srgbClr val="9F0000"/>
        </a:accent2>
        <a:accent3>
          <a:srgbClr val="FFFFFF"/>
        </a:accent3>
        <a:accent4>
          <a:srgbClr val="300000"/>
        </a:accent4>
        <a:accent5>
          <a:srgbClr val="FFFFE4"/>
        </a:accent5>
        <a:accent6>
          <a:srgbClr val="900000"/>
        </a:accent6>
        <a:hlink>
          <a:srgbClr val="028418"/>
        </a:hlink>
        <a:folHlink>
          <a:srgbClr val="6600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Custom Design 5">
        <a:dk1>
          <a:srgbClr val="002336"/>
        </a:dk1>
        <a:lt1>
          <a:srgbClr val="E8F0F8"/>
        </a:lt1>
        <a:dk2>
          <a:srgbClr val="000000"/>
        </a:dk2>
        <a:lt2>
          <a:srgbClr val="808080"/>
        </a:lt2>
        <a:accent1>
          <a:srgbClr val="FFFFEF"/>
        </a:accent1>
        <a:accent2>
          <a:srgbClr val="00679F"/>
        </a:accent2>
        <a:accent3>
          <a:srgbClr val="F2F6FB"/>
        </a:accent3>
        <a:accent4>
          <a:srgbClr val="001C2D"/>
        </a:accent4>
        <a:accent5>
          <a:srgbClr val="FFFFF6"/>
        </a:accent5>
        <a:accent6>
          <a:srgbClr val="005D90"/>
        </a:accent6>
        <a:hlink>
          <a:srgbClr val="028418"/>
        </a:hlink>
        <a:folHlink>
          <a:srgbClr val="6600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Custom Design 6">
        <a:dk1>
          <a:srgbClr val="002336"/>
        </a:dk1>
        <a:lt1>
          <a:srgbClr val="CFCFFF"/>
        </a:lt1>
        <a:dk2>
          <a:srgbClr val="000000"/>
        </a:dk2>
        <a:lt2>
          <a:srgbClr val="808080"/>
        </a:lt2>
        <a:accent1>
          <a:srgbClr val="FFFFFF"/>
        </a:accent1>
        <a:accent2>
          <a:srgbClr val="003060"/>
        </a:accent2>
        <a:accent3>
          <a:srgbClr val="E4E4FF"/>
        </a:accent3>
        <a:accent4>
          <a:srgbClr val="001C2D"/>
        </a:accent4>
        <a:accent5>
          <a:srgbClr val="FFFFFF"/>
        </a:accent5>
        <a:accent6>
          <a:srgbClr val="002A56"/>
        </a:accent6>
        <a:hlink>
          <a:srgbClr val="028418"/>
        </a:hlink>
        <a:folHlink>
          <a:srgbClr val="6600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Custom Design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EAEAEA"/>
        </a:accent1>
        <a:accent2>
          <a:srgbClr val="4B4B4B"/>
        </a:accent2>
        <a:accent3>
          <a:srgbClr val="FFFFFF"/>
        </a:accent3>
        <a:accent4>
          <a:srgbClr val="000000"/>
        </a:accent4>
        <a:accent5>
          <a:srgbClr val="F3F3F3"/>
        </a:accent5>
        <a:accent6>
          <a:srgbClr val="434343"/>
        </a:accent6>
        <a:hlink>
          <a:srgbClr val="028418"/>
        </a:hlink>
        <a:folHlink>
          <a:srgbClr val="6600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Custom Design 8">
        <a:dk1>
          <a:srgbClr val="000000"/>
        </a:dk1>
        <a:lt1>
          <a:srgbClr val="E3DABB"/>
        </a:lt1>
        <a:dk2>
          <a:srgbClr val="000000"/>
        </a:dk2>
        <a:lt2>
          <a:srgbClr val="808080"/>
        </a:lt2>
        <a:accent1>
          <a:srgbClr val="EAEAEA"/>
        </a:accent1>
        <a:accent2>
          <a:srgbClr val="065290"/>
        </a:accent2>
        <a:accent3>
          <a:srgbClr val="EFEADA"/>
        </a:accent3>
        <a:accent4>
          <a:srgbClr val="000000"/>
        </a:accent4>
        <a:accent5>
          <a:srgbClr val="F3F3F3"/>
        </a:accent5>
        <a:accent6>
          <a:srgbClr val="054982"/>
        </a:accent6>
        <a:hlink>
          <a:srgbClr val="028418"/>
        </a:hlink>
        <a:folHlink>
          <a:srgbClr val="6600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Custom Design 9">
        <a:dk1>
          <a:srgbClr val="00009F"/>
        </a:dk1>
        <a:lt1>
          <a:srgbClr val="FFCFFF"/>
        </a:lt1>
        <a:dk2>
          <a:srgbClr val="000000"/>
        </a:dk2>
        <a:lt2>
          <a:srgbClr val="808080"/>
        </a:lt2>
        <a:accent1>
          <a:srgbClr val="FFFFFF"/>
        </a:accent1>
        <a:accent2>
          <a:srgbClr val="60009F"/>
        </a:accent2>
        <a:accent3>
          <a:srgbClr val="FFE4FF"/>
        </a:accent3>
        <a:accent4>
          <a:srgbClr val="000087"/>
        </a:accent4>
        <a:accent5>
          <a:srgbClr val="FFFFFF"/>
        </a:accent5>
        <a:accent6>
          <a:srgbClr val="560090"/>
        </a:accent6>
        <a:hlink>
          <a:srgbClr val="028418"/>
        </a:hlink>
        <a:folHlink>
          <a:srgbClr val="6600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Custom Design 10">
        <a:dk1>
          <a:srgbClr val="003000"/>
        </a:dk1>
        <a:lt1>
          <a:srgbClr val="9FCF9F"/>
        </a:lt1>
        <a:dk2>
          <a:srgbClr val="000000"/>
        </a:dk2>
        <a:lt2>
          <a:srgbClr val="808080"/>
        </a:lt2>
        <a:accent1>
          <a:srgbClr val="FFFFFF"/>
        </a:accent1>
        <a:accent2>
          <a:srgbClr val="006730"/>
        </a:accent2>
        <a:accent3>
          <a:srgbClr val="CDE4CD"/>
        </a:accent3>
        <a:accent4>
          <a:srgbClr val="002700"/>
        </a:accent4>
        <a:accent5>
          <a:srgbClr val="FFFFFF"/>
        </a:accent5>
        <a:accent6>
          <a:srgbClr val="005D2A"/>
        </a:accent6>
        <a:hlink>
          <a:srgbClr val="028418"/>
        </a:hlink>
        <a:folHlink>
          <a:srgbClr val="6600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Custom Design 11">
        <a:dk1>
          <a:srgbClr val="000000"/>
        </a:dk1>
        <a:lt1>
          <a:srgbClr val="FFFFD5"/>
        </a:lt1>
        <a:dk2>
          <a:srgbClr val="000000"/>
        </a:dk2>
        <a:lt2>
          <a:srgbClr val="808080"/>
        </a:lt2>
        <a:accent1>
          <a:srgbClr val="D7DFCF"/>
        </a:accent1>
        <a:accent2>
          <a:srgbClr val="661600"/>
        </a:accent2>
        <a:accent3>
          <a:srgbClr val="FFFFE7"/>
        </a:accent3>
        <a:accent4>
          <a:srgbClr val="000000"/>
        </a:accent4>
        <a:accent5>
          <a:srgbClr val="E8ECE4"/>
        </a:accent5>
        <a:accent6>
          <a:srgbClr val="5C1300"/>
        </a:accent6>
        <a:hlink>
          <a:srgbClr val="008000"/>
        </a:hlink>
        <a:folHlink>
          <a:srgbClr val="800000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2_Custom Design">
  <a:themeElements>
    <a:clrScheme name="Default">
      <a:dk1>
        <a:srgbClr val="1BADCF"/>
      </a:dk1>
      <a:lt1>
        <a:srgbClr val="FFFFFF"/>
      </a:lt1>
      <a:dk2>
        <a:srgbClr val="000000"/>
      </a:dk2>
      <a:lt2>
        <a:srgbClr val="F4F1E9"/>
      </a:lt2>
      <a:accent1>
        <a:srgbClr val="D7D7D7"/>
      </a:accent1>
      <a:accent2>
        <a:srgbClr val="003466"/>
      </a:accent2>
      <a:accent3>
        <a:srgbClr val="D2D9E1"/>
      </a:accent3>
      <a:accent4>
        <a:srgbClr val="000000"/>
      </a:accent4>
      <a:accent5>
        <a:srgbClr val="CEF0F8"/>
      </a:accent5>
      <a:accent6>
        <a:srgbClr val="002E5C"/>
      </a:accent6>
      <a:hlink>
        <a:srgbClr val="6CD3EB"/>
      </a:hlink>
      <a:folHlink>
        <a:srgbClr val="FFC000"/>
      </a:folHlink>
    </a:clrScheme>
    <a:fontScheme name="2_Custom Design">
      <a:majorFont>
        <a:latin typeface="Arial Black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360045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2400" b="0" i="0" u="none" strike="noStrike" cap="none" normalizeH="0" baseline="0">
            <a:ln>
              <a:noFill/>
            </a:ln>
            <a:solidFill>
              <a:schemeClr val="tx1"/>
            </a:solidFill>
            <a:effectLst/>
            <a:latin typeface="Arial Narrow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360045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2400" b="0" i="0" u="none" strike="noStrike" cap="none" normalizeH="0" baseline="0">
            <a:ln>
              <a:noFill/>
            </a:ln>
            <a:solidFill>
              <a:schemeClr val="tx1"/>
            </a:solidFill>
            <a:effectLst/>
            <a:latin typeface="Arial Narrow" charset="0"/>
          </a:defRPr>
        </a:defPPr>
      </a:lstStyle>
    </a:lnDef>
  </a:objectDefaults>
  <a:extraClrSchemeLst>
    <a:extraClrScheme>
      <a:clrScheme name="2_Custom Design 1">
        <a:dk1>
          <a:srgbClr val="000000"/>
        </a:dk1>
        <a:lt1>
          <a:srgbClr val="AABAC9"/>
        </a:lt1>
        <a:dk2>
          <a:srgbClr val="000000"/>
        </a:dk2>
        <a:lt2>
          <a:srgbClr val="808080"/>
        </a:lt2>
        <a:accent1>
          <a:srgbClr val="D7D7D7"/>
        </a:accent1>
        <a:accent2>
          <a:srgbClr val="003466"/>
        </a:accent2>
        <a:accent3>
          <a:srgbClr val="D2D9E1"/>
        </a:accent3>
        <a:accent4>
          <a:srgbClr val="000000"/>
        </a:accent4>
        <a:accent5>
          <a:srgbClr val="E8E8E8"/>
        </a:accent5>
        <a:accent6>
          <a:srgbClr val="002E5C"/>
        </a:accent6>
        <a:hlink>
          <a:srgbClr val="008000"/>
        </a:hlink>
        <a:folHlink>
          <a:srgbClr val="8000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Custom Design 2">
        <a:dk1>
          <a:srgbClr val="603000"/>
        </a:dk1>
        <a:lt1>
          <a:srgbClr val="CF9860"/>
        </a:lt1>
        <a:dk2>
          <a:srgbClr val="000000"/>
        </a:dk2>
        <a:lt2>
          <a:srgbClr val="808080"/>
        </a:lt2>
        <a:accent1>
          <a:srgbClr val="FFFFCF"/>
        </a:accent1>
        <a:accent2>
          <a:srgbClr val="603000"/>
        </a:accent2>
        <a:accent3>
          <a:srgbClr val="E4CAB6"/>
        </a:accent3>
        <a:accent4>
          <a:srgbClr val="512700"/>
        </a:accent4>
        <a:accent5>
          <a:srgbClr val="FFFFE4"/>
        </a:accent5>
        <a:accent6>
          <a:srgbClr val="562A00"/>
        </a:accent6>
        <a:hlink>
          <a:srgbClr val="C21414"/>
        </a:hlink>
        <a:folHlink>
          <a:srgbClr val="6600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Custom Design 3">
        <a:dk1>
          <a:srgbClr val="505750"/>
        </a:dk1>
        <a:lt1>
          <a:srgbClr val="FFFFFF"/>
        </a:lt1>
        <a:dk2>
          <a:srgbClr val="000000"/>
        </a:dk2>
        <a:lt2>
          <a:srgbClr val="808080"/>
        </a:lt2>
        <a:accent1>
          <a:srgbClr val="DFDFDF"/>
        </a:accent1>
        <a:accent2>
          <a:srgbClr val="9F3000"/>
        </a:accent2>
        <a:accent3>
          <a:srgbClr val="FFFFFF"/>
        </a:accent3>
        <a:accent4>
          <a:srgbClr val="434943"/>
        </a:accent4>
        <a:accent5>
          <a:srgbClr val="ECECEC"/>
        </a:accent5>
        <a:accent6>
          <a:srgbClr val="902A00"/>
        </a:accent6>
        <a:hlink>
          <a:srgbClr val="C21414"/>
        </a:hlink>
        <a:folHlink>
          <a:srgbClr val="6600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Custom Design 4">
        <a:dk1>
          <a:srgbClr val="3A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FFCF"/>
        </a:accent1>
        <a:accent2>
          <a:srgbClr val="9F0000"/>
        </a:accent2>
        <a:accent3>
          <a:srgbClr val="FFFFFF"/>
        </a:accent3>
        <a:accent4>
          <a:srgbClr val="300000"/>
        </a:accent4>
        <a:accent5>
          <a:srgbClr val="FFFFE4"/>
        </a:accent5>
        <a:accent6>
          <a:srgbClr val="900000"/>
        </a:accent6>
        <a:hlink>
          <a:srgbClr val="028418"/>
        </a:hlink>
        <a:folHlink>
          <a:srgbClr val="6600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Custom Design 5">
        <a:dk1>
          <a:srgbClr val="002336"/>
        </a:dk1>
        <a:lt1>
          <a:srgbClr val="E8F0F8"/>
        </a:lt1>
        <a:dk2>
          <a:srgbClr val="000000"/>
        </a:dk2>
        <a:lt2>
          <a:srgbClr val="808080"/>
        </a:lt2>
        <a:accent1>
          <a:srgbClr val="FFFFEF"/>
        </a:accent1>
        <a:accent2>
          <a:srgbClr val="00679F"/>
        </a:accent2>
        <a:accent3>
          <a:srgbClr val="F2F6FB"/>
        </a:accent3>
        <a:accent4>
          <a:srgbClr val="001C2D"/>
        </a:accent4>
        <a:accent5>
          <a:srgbClr val="FFFFF6"/>
        </a:accent5>
        <a:accent6>
          <a:srgbClr val="005D90"/>
        </a:accent6>
        <a:hlink>
          <a:srgbClr val="028418"/>
        </a:hlink>
        <a:folHlink>
          <a:srgbClr val="6600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Custom Design 6">
        <a:dk1>
          <a:srgbClr val="002336"/>
        </a:dk1>
        <a:lt1>
          <a:srgbClr val="CFCFFF"/>
        </a:lt1>
        <a:dk2>
          <a:srgbClr val="000000"/>
        </a:dk2>
        <a:lt2>
          <a:srgbClr val="808080"/>
        </a:lt2>
        <a:accent1>
          <a:srgbClr val="FFFFFF"/>
        </a:accent1>
        <a:accent2>
          <a:srgbClr val="003060"/>
        </a:accent2>
        <a:accent3>
          <a:srgbClr val="E4E4FF"/>
        </a:accent3>
        <a:accent4>
          <a:srgbClr val="001C2D"/>
        </a:accent4>
        <a:accent5>
          <a:srgbClr val="FFFFFF"/>
        </a:accent5>
        <a:accent6>
          <a:srgbClr val="002A56"/>
        </a:accent6>
        <a:hlink>
          <a:srgbClr val="028418"/>
        </a:hlink>
        <a:folHlink>
          <a:srgbClr val="6600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Custom Design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EAEAEA"/>
        </a:accent1>
        <a:accent2>
          <a:srgbClr val="4B4B4B"/>
        </a:accent2>
        <a:accent3>
          <a:srgbClr val="FFFFFF"/>
        </a:accent3>
        <a:accent4>
          <a:srgbClr val="000000"/>
        </a:accent4>
        <a:accent5>
          <a:srgbClr val="F3F3F3"/>
        </a:accent5>
        <a:accent6>
          <a:srgbClr val="434343"/>
        </a:accent6>
        <a:hlink>
          <a:srgbClr val="028418"/>
        </a:hlink>
        <a:folHlink>
          <a:srgbClr val="6600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Custom Design 8">
        <a:dk1>
          <a:srgbClr val="000000"/>
        </a:dk1>
        <a:lt1>
          <a:srgbClr val="E3DABB"/>
        </a:lt1>
        <a:dk2>
          <a:srgbClr val="000000"/>
        </a:dk2>
        <a:lt2>
          <a:srgbClr val="808080"/>
        </a:lt2>
        <a:accent1>
          <a:srgbClr val="EAEAEA"/>
        </a:accent1>
        <a:accent2>
          <a:srgbClr val="065290"/>
        </a:accent2>
        <a:accent3>
          <a:srgbClr val="EFEADA"/>
        </a:accent3>
        <a:accent4>
          <a:srgbClr val="000000"/>
        </a:accent4>
        <a:accent5>
          <a:srgbClr val="F3F3F3"/>
        </a:accent5>
        <a:accent6>
          <a:srgbClr val="054982"/>
        </a:accent6>
        <a:hlink>
          <a:srgbClr val="028418"/>
        </a:hlink>
        <a:folHlink>
          <a:srgbClr val="6600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Custom Design 9">
        <a:dk1>
          <a:srgbClr val="00009F"/>
        </a:dk1>
        <a:lt1>
          <a:srgbClr val="FFCFFF"/>
        </a:lt1>
        <a:dk2>
          <a:srgbClr val="000000"/>
        </a:dk2>
        <a:lt2>
          <a:srgbClr val="808080"/>
        </a:lt2>
        <a:accent1>
          <a:srgbClr val="FFFFFF"/>
        </a:accent1>
        <a:accent2>
          <a:srgbClr val="60009F"/>
        </a:accent2>
        <a:accent3>
          <a:srgbClr val="FFE4FF"/>
        </a:accent3>
        <a:accent4>
          <a:srgbClr val="000087"/>
        </a:accent4>
        <a:accent5>
          <a:srgbClr val="FFFFFF"/>
        </a:accent5>
        <a:accent6>
          <a:srgbClr val="560090"/>
        </a:accent6>
        <a:hlink>
          <a:srgbClr val="028418"/>
        </a:hlink>
        <a:folHlink>
          <a:srgbClr val="6600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Custom Design 10">
        <a:dk1>
          <a:srgbClr val="003000"/>
        </a:dk1>
        <a:lt1>
          <a:srgbClr val="9FCF9F"/>
        </a:lt1>
        <a:dk2>
          <a:srgbClr val="000000"/>
        </a:dk2>
        <a:lt2>
          <a:srgbClr val="808080"/>
        </a:lt2>
        <a:accent1>
          <a:srgbClr val="FFFFFF"/>
        </a:accent1>
        <a:accent2>
          <a:srgbClr val="006730"/>
        </a:accent2>
        <a:accent3>
          <a:srgbClr val="CDE4CD"/>
        </a:accent3>
        <a:accent4>
          <a:srgbClr val="002700"/>
        </a:accent4>
        <a:accent5>
          <a:srgbClr val="FFFFFF"/>
        </a:accent5>
        <a:accent6>
          <a:srgbClr val="005D2A"/>
        </a:accent6>
        <a:hlink>
          <a:srgbClr val="028418"/>
        </a:hlink>
        <a:folHlink>
          <a:srgbClr val="6600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Custom Design 11">
        <a:dk1>
          <a:srgbClr val="000000"/>
        </a:dk1>
        <a:lt1>
          <a:srgbClr val="FFFFD5"/>
        </a:lt1>
        <a:dk2>
          <a:srgbClr val="000000"/>
        </a:dk2>
        <a:lt2>
          <a:srgbClr val="808080"/>
        </a:lt2>
        <a:accent1>
          <a:srgbClr val="D7DFCF"/>
        </a:accent1>
        <a:accent2>
          <a:srgbClr val="661600"/>
        </a:accent2>
        <a:accent3>
          <a:srgbClr val="FFFFE7"/>
        </a:accent3>
        <a:accent4>
          <a:srgbClr val="000000"/>
        </a:accent4>
        <a:accent5>
          <a:srgbClr val="E8ECE4"/>
        </a:accent5>
        <a:accent6>
          <a:srgbClr val="5C1300"/>
        </a:accent6>
        <a:hlink>
          <a:srgbClr val="008000"/>
        </a:hlink>
        <a:folHlink>
          <a:srgbClr val="800000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4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12078</TotalTime>
  <Words>37</Words>
  <Application>Microsoft Macintosh PowerPoint</Application>
  <PresentationFormat>Custom</PresentationFormat>
  <Paragraphs>6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3</vt:i4>
      </vt:variant>
      <vt:variant>
        <vt:lpstr>Slide Titles</vt:lpstr>
      </vt:variant>
      <vt:variant>
        <vt:i4>1</vt:i4>
      </vt:variant>
    </vt:vector>
  </HeadingPairs>
  <TitlesOfParts>
    <vt:vector size="11" baseType="lpstr">
      <vt:lpstr>ＭＳ Ｐゴシック</vt:lpstr>
      <vt:lpstr>Arial</vt:lpstr>
      <vt:lpstr>Arial Black</vt:lpstr>
      <vt:lpstr>Arial Narrow</vt:lpstr>
      <vt:lpstr>Calibri</vt:lpstr>
      <vt:lpstr>Eras Bold ITC</vt:lpstr>
      <vt:lpstr>Helvetica</vt:lpstr>
      <vt:lpstr>1_Custom Design</vt:lpstr>
      <vt:lpstr>2_Custom Design</vt:lpstr>
      <vt:lpstr>Office Theme</vt:lpstr>
      <vt:lpstr>PowerPoint Presentation</vt:lpstr>
    </vt:vector>
  </TitlesOfParts>
  <Manager/>
  <Company>www.PosterPresentations.com</Company>
  <LinksUpToDate>false</LinksUpToDate>
  <SharedDoc>false</SharedDoc>
  <HyperlinkBase>http://www.posterpresentations.com</HyperlinkBase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100cm by 100cm Poster Template</dc:title>
  <dc:subject>Free PowerPoint poster templates</dc:subject>
  <dc:creator>A. Kotoulas</dc:creator>
  <cp:keywords>poster presentation, poster design, poster template</cp:keywords>
  <dc:description>Non-authorized printing of this poster template by any commercial printing service other than PosterPresentations.com is strictly prohibited._x000d_
Non-profit educational printing centers are exempt._x000d_
To obtain printing authorization call:_x000d_
1.866.649.3004_x000d_
_x000d_
©</dc:description>
  <cp:lastModifiedBy>Patrick Groeneveld</cp:lastModifiedBy>
  <cp:revision>474</cp:revision>
  <cp:lastPrinted>2013-05-30T15:51:06Z</cp:lastPrinted>
  <dcterms:created xsi:type="dcterms:W3CDTF">2014-05-08T18:29:13Z</dcterms:created>
  <dcterms:modified xsi:type="dcterms:W3CDTF">2026-06-27T16:46:20Z</dcterms:modified>
  <cp:category>Powerpoint poster templates</cp:category>
</cp:coreProperties>
</file>